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(CF4) nesta semana — a 4ª das 6, primeira a avaliar o Critério 6 (Bake). Mensagem central: até agora todo detalhe foi pintado à mão sobre o low-poly (S09 desgaste, S10 stencil).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Parte V, Cap. 15 — Bake de Texturas.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CF4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procedural da S7 é como textura de pele (padrão geral repetido por toda a superfície);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CF4.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fluxo high-poly → bake → low-poly é universal na produção de jogos em tempo real, independente de engine ou estilo visual. Amarra à Semana 12 (ID/Curvature) e à Semana 16 (verificação do resultado dentro da Unity): o mesmo protocolo de checagem de artefatos se repete em cada etapa seguinte do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CF4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2026-08-07T00:16:11Z</dcterms:created>
  <dcterms:modified xsi:type="dcterms:W3CDTF">2026-08-07T00:16:11Z</dcterms:modified>
</cp:coreProperties>
</file>