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FORMAL (CF5) nesta semana — vale 30% do Portfolio de Artefatos, o maior peso das cinco críticas formais realizadas até aqui, e a primeira vez que o Critério 7 (Otimização) entra em nota formal. Apostila Cap. 9 — Trim Sheets: conceito e workflow; Aplicação em arquitetura modular. Mensagem central da capa: na Semana 13 o problema era agrupar OBJETOS distintos em uma textura fixa (atlas). Hoje o problema é o oposto — elementos que se REPETEM em quantidade variável (paredes, vigas, molduras, trilhos). A trim sheet é uma faixa de textura que se estica e repete via tiling ao longo de qualquer comprimento, sem nunca precisar de textura nova por segmento. Não antecipar UDIMs / channel packing (S15).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objetivos vêm dos itens 1 a 6 do plano de aula. Reforçar: hoje NÃO é técnica nova de pintura — é uma nova lógica de reutilização. O atlas (S13) e a trim (S14) são ferramentas complementares. O item da reutilização em mais de uma peça é a prova concreta de C7 (Otimização), avaliado formalmente pela primeira vez na CF5 de hoje.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uma parede modular composta por vários segmentos repetidos ao longo de um corredor do kit de referência. Deixar 2–3 respostas. Direcionar para a ideia central: o atlas resolve quando o número de objetos é conhecido e fixo; elementos arquitetônicos modulares se repetem em quantidade que muda conforme o design da cena. A trim resolve isso com uma faixa que se repete via tiling — zero textura nova por segmento adicional.
[!FIGURA]
Objetivo didático: materializar o problema que a trim resolve — repetição em quantidade variável, não conjunto fixo de objetos.
Arquivo sugerido: assets/corredor_modular_repeticao.webp
Descrição: um corredor do kit modular formado por vários segmentos de parede idênticos enfileirados. Sobre cada segmento, um rótulo pequeno "1 textura?" repetido, sugerindo o desperdício de tratar cada segmento como textura única. Ao lado, uma seta indicando "+10 m" com pontos de interrogação, insinuando a pergunta da abertura.
Como produzir: no Blender ou Unity, enfileirar 6 a 8 instâncias do mesmo segmento de parede modular do kit de referência formando um corredor; capturar o viewport em perspectiva. No Krita, adicionar os rótulos repetidos e a seta de extensão "+10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O atlas parte do princípio de que cada objeto ocupa uma região fixa e exclusiva do espaço UV — ótimo para peças distintas, ruim para elementos modulares que se repetem em grande quantidade com pequenas variações. Repetir esses elementos no atlas, um do lado do outro, desperdiçaria espaço e criaria dezenas de UVs quase idênticas. Preparar o contraste do próximo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Definição central. Analogia do plano de aula: "O atlas da semana passada é como uma folha de contato — cada foto aparece uma vez, num lugar fixo. A trim sheet de hoje é como um rolo de fita adesiva decorada: o padrão se repete quantas vezes for necessário, ao longo de qualquer comprimento que precisarem cortar." A diferença essencial em relação ao atlas: não há região fixa por objeto — há um padrão que se estica e repete.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Slide-chave. As duas ferramentas são complementares, não concorrentes — um kit modular de produção real usa as duas ao mesmo tempo, escolhendo a certa para cada tipo de asset. Frase-ponte sugerida para a apresentação da CF5: "Uso o atlas quando tenho um número fixo de objetos diferentes para agrupar; uso a trim quando tenho um elemento que se repete em quantidade que eu não sei de antemão." Se a turma sair só com esta distinção, o essencial da aula foi cumprido.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2 da mini aula. Faixas horizontais servem elementos que se repetem ao longo do comprimento; faixas verticais servem os que se repetem em altura. A escolha depende de como o asset modular de fato se repete no ambiente. Preparar o próximo slide, que aborda o planejamento das faixas por tipo de detalhe.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3 da mini aula. Analogia: "Pensem nas faixas como um alfabeto visual do kit — em vez de escrever a mesma palavra com tinta nova a cada vez, criam as letras uma vez e as combinam quantas vezes precisarem." O erro que se quer prevenir (Possíveis Dificuldades nº 3): faixas genéricas sem relação com os assets reais. Exigir que cada faixa planejada seja associada a uma peça específica alimenta C1 (Processo) e C7 (Otimização).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4 da mini aula e o erro mais comum da semana (Possíveis Dificuldades nº 1, vindo direto da S13). Nota do professor do plano: o estudante trata a trim como um atlas, mapeando o UV uma única vez sem tiling. A trim só cumpre seu propósito se o UV realmente repetir o padrão ao longo do comprimento. Teste de diagnóstico: pedir para o estudante explicar o que faria se a peça precisasse ser o dobro do tamanho — se a resposta é "redesenhar a textura", o UV não está configurado como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5 da mini aula (Possíveis Dificuldades nº 2). Se as bordas esquerda/direita (ou superior/inferior) não casarem, o tiling produz uma linha ou mudança de tom a cada repetição. É o mesmo offset + patch da Semana 6, restrito ao eixo de tiling da faixa. Reforçar: verificar com o preview de repetição lado a lado, não apenas olhando a textura sozinha.
[!FIGURA]
Objetivo didático: tornar visível a diferença entre uma borda que casa e uma que não casa quando a faixa se repete.
Arquivo sugerido: assets/tiling_costura_comparacao.webp
Descrição: duas tiras da mesma faixa de trim repetidas três vezes lado a lado. Em cima, rótulo "costura visível" com uma linha vertical evidente de descontinuidade a cada junção. Embaixo, rótulo "sem costura" com o padrão fluindo continuamente, sem quebra de tom.
Como produzir: no Krita, criar uma faixa simples (ex.: madeira) e duplicá-la três vezes lado a lado sem tratar as bordas — capturar a versão com costura. Depois aplicar offset + patch nas bordas do eixo de repetição e duplicar novamente para capturar a versão sem costura. Empilhar as duas tiras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de aula e o coração da CF5 (C7 entra em nota pela primeira vez). "Essa é a prova concreta de otimização: a mesma textura, sem nenhuma pintura adicional, serve a duas peças de tamanhos diferentes do kit." Distorção de escala (Possíveis Dificuldades nº 4): ao aplicar a mesma trim a comprimentos diferentes, ajustar o tiling count proporcionalmente ao comprimento mantém o tamanho do motivo constante — mesma lógica de texel density entre assets da Semana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parte-se dos elementos modulares que se repetem, planejam-se as faixas por tipo de detalhe, pinta-se a trim com bordas sem costura, mapeia-se o UV elongado com tiling e chega-se à reutilização da mesma trim em várias peças. Cada etapa é decisão de artista.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3). Caçar exatamente estes três padrões ao circular no estúdio. Para o erro de tratar como atlas, a estratégia de mediação é a pergunta "se essa parede precisasse ser o dobro do tamanho amanhã, o que você faria?" — se a resposta envolve redesenhar, reforçar a diferença de propósito. Para faixa genérica: exigir a peça nomeada do kit antes de começar.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Trim sheets são rotina em ambientes de jogos AAA e indie — grande parte da arquitetura modular de produção é vestida por poucas trims reutilizadas. Amarra à Unidade IV: atlas (S13), trim (S14) e, à frente, otimização de compressão e Unity. A competência que separa o portfólio de estudante do portfólio de quem entende produção é saber ESCOLHER a ferramenta certa por critério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(trim mapeada numa parede modular no 3D Coat) e no estúdio (planejar e iniciar a própria trim). Lembrar a turma: hoje é crítica 🔴 FORMAL (CF5), vale 30% do PA — o maior peso das cinco — e Otimização (C7) entra em nota pela primeira vez. O peso maior reflete confiança no progresso já demonstrado, não uma régua mais rígida.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de aula: apresentar a trim já pronta (três faixas — madeira, metal, ornamento) → mapear o UV da parede modular sobre a faixa de madeira, com o eixo do comprimento alinhado ao eixo de tiling → configurar a repetição e mostrar o padrão contínuo no viewport → validar rotacionando a câmera (sem costura, sem distorção de escala) → reaplicar a mesma trim numa segunda peça de tamanho diferente, sem pintar nada novo. Se o tempo apertar, mostrar a trim já mapeada em ambas as peças de antemão — o ponto central é a lógica de tiling e reutilização, não a velocidade de execução. No estúdio, cada estudante planeja as faixas do próprio kit e inicia a primeira faixa.
[!FIGURA]
Objetivo didático: antecipar o alvo visual da demonstração para que a turma reconheça o resultado esperado antes de produzir no estúdio.
Arquivo sugerido: assets/demo_trim_parede_mapeada.webp
Descrição: montagem de três painéis — (1) a trim sheet completa (ex.: 1024×2048) com três faixas rotuladas: madeira, metal, ornamento; (2) o UV de uma parede modular mapeado como tira estreita sobre a faixa de madeira, com marcas de repetição ao longo do comprimento; (3) a mesma trim aplicada a duas paredes de tamanhos diferentes no viewport, ambas com o padrão contínuo e sem costura.
Como produzir: no 3D Coat, abrir a trim de demonstração com três faixas; no Blender ou no UV Room, mapear o UV da parede modular sobre a faixa de madeira com tiling configurado e capturar o UV. Aplicar a trim a duas peças de comprimentos diferentes e capturar o viewport. Compor os três painéis lado a lado no Krita com os rótulos das faixas.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Uma faixa que se repete</dc:title>
  <dc:subject>PptxGenJS Presentation</dc:subject>
  <dc:creator>Created by Marp</dc:creator>
  <cp:lastModifiedBy>Created by Marp</cp:lastModifiedBy>
  <cp:revision>1</cp:revision>
  <dcterms:created xsi:type="dcterms:W3CDTF">2026-07-12T19:40:46Z</dcterms:created>
  <dcterms:modified xsi:type="dcterms:W3CDTF">2026-07-12T19:40:46Z</dcterms:modified>
</cp:coreProperties>
</file>