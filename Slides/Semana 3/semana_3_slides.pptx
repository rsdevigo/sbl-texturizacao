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construir o raciocínio de POSICIONAMENTO de seam antes de abrir o Blender na demonstração. Lembrar que esta é a primeira vez que a turma trabalha em um asset REAL do kit modular, não em objeto de prática. E é a primeira CRÍTICA FORMAL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O foco é o RACIOCÍNIO de corte, não a otimização de layout (isso é Semana 4). Não falar em texel density numérico nem empacotamento automático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prosseguir. Não corrigir — usar as respostas como ponte para a limitação do Smart UV Project. Objetivo: fazer a turma verbalizar que o algoritmo corta em lugares indesejados.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pivô conceitual da semana. O algoritmo otimiza por geometria; o artista otimiza por VISIBILIDADE. Reforçar: a costura de uma bota não deve aparecer na frente do personagem — o Smart UV não sabe disso, você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Retomar a analogia da caixa da Semana 2 e agora NOMEAR o corte: seam. Fixar que o seam não muda o modelo 3D — só o UV. Mostrar as arestas em vermelho no Viewport.
FIGURA (produzir) — assets/seam_marcado_barril.webp
Objetivo: mostrar concretamente a aparência de um seam marcado (aresta vermelha) sobre um prop do kit, ligando a "dobra da caixa" ao conceito técnico.
Descrição: um barril (ou caixote) em Edit Mode no Blender com as arestas de seam destacadas em vermelho — fundo, junção vertical traseira e aro inferior — enquanto o restante da malha permanece em preto.
Como produzir: no Blender, abrir o prop de demonstração, entrar em Edit Mode, selecionar as arestas estratégicas e aplicar Mark Seam. Capturar o Viewport 3D com as arestas vermelhas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são os quatro critérios centrais da semana — voltam na demo, no estúdio e na crítica. Pedir à turma exemplos concretos do PRÓPRIO kit: "onde fica o fundo do seu asset? é ali que o seam começa." Conectar ao projeto integrador.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heurística que resolve o bloqueio nº 1 da semana ("não sei onde cortar"). É uma ferramenta mental, não técnica. Se o estudante travar, pedir que identifique a "frente" do objeto e comece com o seam nos fundos.
FIGURA (produzir) — assets/percurso_olhar_jogador.webp
Objetivo: transformar o critério abstrato "onde o jogador não olha" em uma imagem concreta que oriente a decisão de posicionamento do seam.
Descrição: um asset arquitetônico do kit visto na perspectiva típica do jogador, com uma seta indicando a linha de visão e as faces ocultas (traseira, base) destacadas como zona segura para seams.
Como produzir: no Blender, posicionar a câmera na altura/ângulo típico do jogador e renderizar o asset. No Krita, adicionar a seta da linha de visão e sombrear as faces ocultas com uma cor de destaque.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o erro comum de "seams demais". Medo de distorção leva o estudante a cortar tudo, gerando dezenas de islands minúsculas impossíveis de organizar. Heurística prática: resolva com o mínimo de seams antes de adicionar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Mencionar padding apenas como PRINCÍPIO, sem números. Se perguntarem valor exato (4 px em 1024): "Vamos medir e empacotar na Semana 4. Hoje, o objetivo é a lógica do corte, não a otimização." NÃO abrir UVPackmaster nem add-ons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Diagrama para situar o seam dentro do pipeline da semana. Mostrar que Unwrap é sempre o comando DEPOIS de marcar seam — não Smart UV. Criar o hábito verbal: "marcou seam → Unwrap".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Evitar demonizar o Smart UV Project — ele tem lugar. A decisão é de contexto: quanto mais visível e detalhado o asset, mais o controle manual se justifica. Conectar diretamente à entrega desta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técnico (menu), o segundo é de critério (visibilidade), o terceiro é de excesso (medo de distorção). Fixar cada um com a solução correspondente durante a demo e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no asset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Reduzir a ansiedade da primeira crítica formal. Deixar claro: um UV com problemas + boa explicação vale mais pedagogicamente do que um UV bom sem reflexão. A autoavaliação é o ponto de partida da crítica, não um teste. Distribuir o formulário nos últimos 5 min do 1º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 Semana 2: Viewport 3D à esquerda, UV Editor à direita. Sequência: Smart UV como linha de base → desfazer → marcar seams → Unwrap → comparar checker → organizar islands. Mostrar de propósito um seam mal posicionado para reforçar o critério visual.
FIGURA (produzir) — assets/demo_layout_semana03.webp
Objetivo: orientar o layout de tela (Viewport 3D + UV Editor) e antecipar o resultado esperado da demonstração com o prop do kit.
Descrição: captura do Blender com janela dividida — à esquerda o prop (barril/caixote) em Material Preview com checkerboard e seams vermelhos visíveis; à direita o UV Editor com as islands organizadas dentro do quadrado 0–1.
Como produzir: no Blender, montar o layout dividido, marcar os seams do prop, executar Unwrap, carregar o checkerboard e organizar as islands. Capturar a tela cheia com os dois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Seams manuais</dc:title>
  <dc:subject>PptxGenJS Presentation</dc:subject>
  <dc:creator>Created by Marp</dc:creator>
  <cp:lastModifiedBy>Created by Marp</cp:lastModifiedBy>
  <cp:revision>1</cp:revision>
  <dcterms:created xsi:type="dcterms:W3CDTF">2026-07-12T01:19:46Z</dcterms:created>
  <dcterms:modified xsi:type="dcterms:W3CDTF">2026-07-12T01:19:46Z</dcterms:modified>
</cp:coreProperties>
</file>