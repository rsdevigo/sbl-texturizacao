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Marcar a virada de ferramenta: o Blender deixa de montar o material e passa a só exportar a malha e receber os mapas de volta. O 3DCoatTextura entra como ferramenta dedicada — e as duas trilhas visuais passam a usar o mesmo fluxo de ferramenta a partir de hoje. Sem crítica formal — a CF2 é na Semana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Recapitular em uma frase. Não reabrir o conteúdo técnico de seamless da Semana 6 — isso já foi ensinado. Só situar a transição de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quatro primeiros objetivos são da mini aula; os demais são o trabalho prático da demonstração e do estúdio.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Bloco 1 (3 min). Mostrar 3 versões da mesma parede: (1) só Albedo (resultado da Semana 6), (2) com AO multiplicado por cima, (3) com Curvature também aplicado como máscara. Perguntar de onde vem a informação — conduzir a turma a perceber que é a própria geometria (reentrâncias, bordas, bevels), não uma imagem externa. Não responder por completo agora: a resposta volta no Bloco 5 e na demonstração.
[!FIGURA]
Objetivo didático — Evidenciar que AO e Curvature nascem da geometria, sem exigir high-poly nem pintura manual.
Arquivo sugerido — assets/parede_ao_curvature_comparacao.webp
Descrição — Três renders lado a lado da mesma parede de pedra: (1) só Albedo/textura seamless da Semana 6, (2) com mapa de AO multiplicado (reentrâncias mais escuras), (3) com Curvature também aplicado (arestas com desgaste/brilho diferenciado).
Como produzir — Renderizar no 3DCoatTextura (Render Room) o mesmo asset de demonstração em três estados de camada: só Color, Color+AO, Color+AO+Curvature.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Bloco 2 (3 min). A conferência do UV importado é feita na janela Texture Editor, dentro do Paint Room. Se o UV precisar de correção, corrige-se no Blender e reexporta-se. Mencionar que a Pilgway oferece licença educacional/estudantil não comercial — confirmar as condições vigentes antes de divulgar.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Bloco 3 (4 min). Percorrer o que entra e o que sai em cada etapa: Blender (malha low-poly, UV aprovado, transformações aplicadas) → FBX → 3DCoatTextura (.3b com camadas, mapas PBR exportados) → Blender/Unity (material montado). Por isso o UV do Hero Asset precisa estar aprovado antes de começar a pintar: mudar o UV depois obriga a reprojetar a pintura.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Bloco 4 (5 min para os 4 slides). Resposta: NÃO — a malha não tem UV (UV Editor vazio). O 3DCoatTextura não tem UV Room: abrir o UV no Blender antes de exportar (Smart UV Project para teste; seams manuais para entrega). Cenário 2.
[!FIGURA]
Objetivo didático — Reconhecer uma malha sem UV.
Arquivo sugerido — assets/quiz_k2_sem_uv.webp
Descrição — Print do Blender com o caixote K2_SemUV selecionado: UV Editor vazio e painel Object Data → UV Maps sem nenhuma entrada.
Como produzir — Gerar o kit com o script do roteiro do Kit de FBX com defeito e capturar a tela do K2 no Blender.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Resposta: DEPENDE — o modificador Mirror espelha a geometria sem deslocar o UV: as duas metades usam as mesmas ilhas (sobreposição). O que se pinta de um lado aparece no outro, e o AO calculado pode sair errado. Se a simetria for intencional (economia de texel), tudo bem — só não pintar detalhe assimétrico ali; se não for, separar as ilhas. Cenário 3.
[!FIGURA]
Objetivo didático — Reconhecer UV sobreposto gerado por Mirror.
Arquivo sugerido — assets/quiz_k3_uv_sobreposto.webp
Descrição — Print do Blender com o K3_UV_Sobreposto: viewport com os dois caixotes espelhados e painel de modificadores mostrando o Mirror (UV U desligado); UV Editor com uma só cópia das ilhas.
Como produzir — Capturar o K3 do kit no Blender, com o painel de modificadores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Resposta: NÃO — escala 100 e rotação não aplicadas. Chega gigante ou girado no 3DCoatTextura e na Unity. Correção: Ctrl+A → All Transforms. Cenário 9.
[!FIGURA]
Objetivo didático — Reconhecer transformações não aplicadas.
Arquivo sugerido — assets/quiz_k4_escala.webp
Descrição — Print do Blender com o K4_Escala_Rotacao selecionado e o painel N (Item) mostrando Scale 100 e rotação diferente de zero.
Como produzir — Capturar o K4 do kit no Blender com o painel N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Resposta: NÃO — o Array não foi aplicado. Se exportar com "Apply Modifiers" desligado, chega só 1 dos 3 caixotes; se aplicar, as cópias compartilham o mesmo UV (volta ao cenário 3). Correção: aplicar o modificador (ou marcar Apply Modifiers) e conferir o UV depois. Cenário 8. Fechar o bloco apontando a página "Cenários de Exportação Blender → 3DCoatTextura" no menu Recursos do site.
[!FIGURA]
Objetivo didático — Reconhecer modificador não aplicado.
Arquivo sugerido — assets/quiz_k5_modificador.webp
Descrição — Print do Blender com o K5_Modificador: viewport mostrando 3 caixotes e painel de modificadores com o Array (Count 3) ainda não aplicado.
Como produzir — Capturar o K5 do kit no Blender com o painel de modificadores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Este slide fica projetado durante todo o estúdio. Os 10 cenários completos estão na página "Cenários de Exportação Blender → 3DCoatTextura" (menu Recursos).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Bloco 5 (5 min para este slide e os dois seguintes). Frestas/cantos internos = mais escuros no AO (é onde sujeira e sombra de contato se acumulam). Arestas/quinas = onde a pintura descasca e o metal fica exposto — o oposto do que acontece nas reentrâncias. Responder agora a pergunta da abertura: a profundidade veio da geometria.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Diferença central em relação ao workflow tradicional de produções AAA: lá o Normal nasce da diferença high-poly/low-poly. Aqui, sem high-poly, o Normal nasce de pintura de profundidade. O Albedo da Semana 6 continua sendo a base de cor — o que muda é que Roughness, Normal e desgaste viram camadas e máscaras no 3DCoatTextura.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Quem já baixou uma textura estilizada pronta na Semana 6 usa essa imagem como ponto de partida da camada de Color, do mesmo jeito que a trilha fotorrealista usa a foto. Via alternativa (nós procedurais no Blender, Apostila Cap. 13): só mencionar como leitura complementar, não avaliada — não há tempo para o panorama nesta mini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Fechar a mini aula amarrando os conceitos antes da demonstração. Hoje é observação — a CF2 avalia o material completo na Semana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os 20 min de demonstração. Ter os arquivos de segurança (.3b de cada etapa) prontos na pasta [DEMO]_3DCoat_Exportacao/: se o 3DCoatTextura travar, abrir o da etapa seguinte e continuar. Passo a passo no plano de aula (Passos 1–6).
[!FIGURA]
Objetivo didático — Mostrar a sequência do fluxo de migração Blender → 3DCoatTextura até o material com três canais ativos.
Arquivo sugerido — assets/demo_3dcoat_bake_workflow.webp
Descrição — Sequência de 4 capturas de tela do 3DCoatTextura lado a lado: malha recém-importada sem textura, com camada de Color aplicada, com AO/Curvature aplicados como máscara de desgaste, e com as primeiras marcas de Normal pintadas no Depth.
Como produzir — Capturar no 3DCoatTextura usando o asset de demonstração do professor (parede simples com textura seamless da Semana 6), salvando cada etapa do Paint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Mostrar de propósito, durante o Passo 4 da demonstração: prender o material com Attach → nada aparece → perguntar "por que não aconteceu nada?" → usar o Fill → o vermelho aparece só nas reentrâncias. Depois mudar o Degree, salvar, e mostrar que nada muda até limpar a camada e preencher de novo. É exatamente onde a turma vai travar no estúdio — ver na demonstração economiza atendimento. Pré-requisito: Edit → Calculate Occlusion / Calculate Curvature.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Divisória entre a mini aula e o estúdio. Os slides a seguir ficam projetados durante a produção — servem de consigna e timebox visíveis, apresentados um a um conforme a etapa correspondente começa. O slide do checklist pode ser reprojetado a qualquer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Gabarito no roteiro do Kit de FBX com defeito (menu Recursos). Nos 2 últimos minutos, duas duplas contam sintoma → causa → correção. Quem recebe o K1 (controle, sem defeito) também tem uma resposta válida: "não há nada a corrigir" — e precisa justificar com o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Encontro 1. Em computadores mais lentos, orientar para 512×512. Se o UV estiver errado: voltar ao Blender — não tentar corrigir no 3DCoatTextura.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Verificar se a base de Color está alinhada ao UV — se saiu distorcida, conferir se o UV exportado é o mesmo usado na criação da textura.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Erros comuns: aplicar o AO direto no canal Color, apagando a base; esquecer de ocultar a camada AmbientOcclusion gerada pelo cálculo (sombra em dobro); prender o material e não preencher. Sugerir o teste com vermelho puro.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Meta do estúdio de hoje: pelo menos três canais ativos (Color, Roughness, Normal). Perguntar: "essas marcas de profundidade contam uma história? Onde esse objeto seria mais golpeado no universo do kit?"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do Encontro 2. A discussão parte da comparação antes/depois, não da descrição. Fechar nomeando o erro mais comum (tipicamente opacidade excessiva da máscara, ou máscara não conectada ao modo de mistura correto) e o estado geral das duas trilhas.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Prioridade de quem ainda não tem os três canais ativos. Quem já está satisfeito pode seguir direto para o aprofundamento.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Para quem já tem os três canais fechados. Alternativa: comparar a máscara por condição com o nó SimpleMask do Node System (3DCoatTextura 2026), ou com a técnica de nós procedurais do Blender (Apostila, Cap. 13), em uma segunda superfície.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Fechamento (10 min): "Hoje vocês montaram um material PBR completo pela primeira vez dentro do 3DCoatTextura — com profundidade vinda da própria malha e do pincel, não de nós matemáticos." Ponte: na Semana 8 o material é refinado e exportado com os quatro mapas PBR completos.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Texturização</dc:title>
  <dc:subject>PptxGenJS Presentation</dc:subject>
  <dc:creator>Created by Marp</dc:creator>
  <cp:lastModifiedBy>Created by Marp</cp:lastModifiedBy>
  <cp:revision>1</cp:revision>
  <dcterms:created xsi:type="dcterms:W3CDTF">2026-10-19T22:44:00Z</dcterms:created>
  <dcterms:modified xsi:type="dcterms:W3CDTF">2026-10-19T22:44:00Z</dcterms:modified>
</cp:coreProperties>
</file>