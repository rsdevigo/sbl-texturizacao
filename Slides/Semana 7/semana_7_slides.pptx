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Abertura da mini aula (20 min). Unidade II, entre a Semana 6 e a CF2 (Semana 8). Mudança de ferramenta desta semana: o Blender deixa de ser onde o material é montado e passa a ser só exportação/reconexão. O 3D Coat entra como ferramenta dedicada de texturização — e entra cedo, porque a partir de hoje as duas trilhas visuais (fotorrealista e estilizada) usam o MESMO fluxo de ferramenta, divergindo só na camada de Color. Saída da semana: primeiro material PBR completo dentro do 3D Coat (Color + Roughness + Metallic + Normal via bake/pintura). SSS não é abordado hoje — vai para a Semana 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Ler rápido. Cada objetivo retorna ao longo da aula. Objetivo 9 do plano (situar o bake dentro do conceito de texturização procedural da Semana 1) fica para o slide de panorama mais adiante. SSS não é tratado hoje — Semana 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Abrir com comparação visual no projetor (imagens estáticas), três versões do mesmo asset de parede de pedra: (1) só Albedo — Semana 6. (2) + Ambient Occlusion multiplicado sobre o Albedo — reentrâncias escurecem. (3) + Curvature como máscara — arestas recebem desgaste/brilho diferenciado. Conduzir a turma a perceber que a resposta é a própria geometria do asset: reentrâncias, bordas e bevels. Aguardar 2-3 respostas antes de revelar o conceito.
[!FIGURA — produzir novo material, o conteúdo mudou de Blender-procedural para 3D Coat/mesh maps]
Objetivo didático: provocar a turma a perceber que a profundidade nasce da geometria, não de pintura manual, ancorando o conceito de mesh map antes da definição.
Arquivo sugerido: assets/parede_ao_curvature_tres_estagios.webp (não existe ainda — precisa ser produzido)
Descrição: a mesma parede de pedra em três painéis lado a lado — (1) só Albedo, (2) + AO multiplicado, (3) + Curvature como máscara de desgaste nas arestas.
Como produzir: no 3D Coat, importar o asset de demonstração com a textura seamless da Semana 6 no Color, capturar o Render Room sem máscara, gerar AO e capturar de novo, gerar Curvature e aplicar como máscara de desgaste e capturar uma terceira vez. Compor os três lado a lado no Krita com rótulos.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Ponto central da mini aula. Ferramentas como 3D Coat e Substance Painter extraem essa informação direto da malha 3D. AO simula acúmulo natural de sombra/sujeira em reentrâncias. Curvature é o mapa mais útil para desgaste: bordas são onde a pintura descasca e o metal fica exposto — o oposto das reentrâncias.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Diferença central em relação ao que a Semana 6 e a Apostila (Cap. 13) descrevem como via alternativa. O Normal Map desta semana nasce de pintura de profundidade, não de matemática de ruído. Preparar a turma para a Demonstração, onde isso é feito ao vivo.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Reforçar que não é um recomeço — é uma migração de ferramenta. O UV e o Albedo da Semana 6 seguem valendo; a diferença é o lugar onde o resto do material é construído. Isso tranquiliza estudantes que investiram tempo na textura seamless da semana passada.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Nos dois casos o resultado técnico é equivalente: Color + Roughness + Normal ativos, com máscaras de AO/Curvature orientando o desgaste. Quem baixou textura estilizada pronta na Semana 6 usa essa imagem como ponto de partida da camada de Color, igual à trilha fotorrealista usa a foto. Se a biblioteca de Smart Materials do laboratório for limitada, montar manualmente: camada de Color + variação com Brush + camada de desgaste mascarada por AO/Curvature — o conceito pedagógico é o mesmo.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Orientação de interface, rápida. No workflow da disciplina os UVs já chegam prontos do Blender — o UV Room é checagem, não produção. Nomes exatos de painéis variam por versão do 3D Coat; verificar antes da aula.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Roteiro da Demonstração (20 min) e também da Produção em Estúdio. Passo 1: File → Export → FBX, preferir FBX com mais de um objeto. Passo 2: File → Import for Per-Pixel Painting, confirmar UV e resolução. Passo 4: painel de geração varia por versão — geralmente em Textures ou como Fill Layer com gerador procedural; alternativa manual se instável: pincel de opacidade baixa nas reentrâncias/arestas. Passo 6: canal Roughness recebe o mesmo tratamento por Curvature logo em seguida (arestas mais polidas).
[!FIGURA — produzir novo material, o diagrama Noise/Bump/ColorRamp do deck anterior não se aplica mais]
Objetivo didático: dar suporte visual ao roteiro de 6 passos da migração Blender → 3D Coat.
Arquivo sugerido: assets/fluxo_migracao_3dcoat.png (não existe ainda — precisa ser produzido, por exemplo via o mesmo pipeline de mermaid → imagem já usado no deck da Semana 7 anterior)
Descrição: fluxograma linear com os 6 passos acima, destacando que os passos 4 e 6 usam a mesma máscara de Curvature.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Panorama de 3 min, não uma segunda mini aula. A partir de hoje o fluxo oficial da disciplina é o bake e a pintura dentro do 3D Coat. Leitura complementar recomendada, não avaliada nesta semana: Apostila, Parte IV, Cap. 13 — Texturização Procedural. Quem quiser comparar as duas técnicas pode aplicar nós em um Asset Secundário do kit mais adiante.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Os três erros mais frequentes da semana, alinhados ao bloco de dificuldades do plano. Circular no estúdio caçando exatamente estes padrões. Perguntas de mediação: "Essa camada de AO está em que modo de mistura?" / "Você usou o Curvature para clarear as arestas ou só pintou onde achou bonito?"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Contextualizar o valor profissional. O 3D Coat e o Substance Painter compartilham o mesmo princípio conceitual (camadas mascaradas por mapas gerados da malha) — o estudante que domina esse fluxo aqui transfere a lógica para qualquer ferramenta de mercado equivalente.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Amarrar a mini aula. Cada item retorna na demonstração e no estúdio. Hoje é crítica INFORMAL; o foco é ler profundidade e coerência do material no trabalho dos colegas. Na Semana 8 (CF2, crítica FORMAL) o material é refinado e os quatro mapas PBR são exportados.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Consigna do estúdio (50 min). Bloco A (~15 min): concluir Albedo do Asset 02 no Blender, para quem ainda não tem. Bloco B (~35 min, toda a turma): exportar Asset 01, importar em Per-Pixel Painting/Metalness PBR/1024x1024, Color com textura da Semana 6 ou Smart Material, bakear AO/Curvature, camada de desgaste mascarada, Roughness guiado por Curvature, 2-3 marcas de Depth. Salvar: [Nome]_Asset01_3DCoat_S07. Papel do professor: verificar alinhamento de UV, uso de AO/Curvature como máscara (não como cor final) e coerência com a trilha escolhida.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Transição para a Demonstração de 20 min. Setup: Blender aberto com asset de demonstração (parede simples, textura seamless de pedra já no Albedo). 3D Coat aberto em outra janela. Seguir os 6 passos do slide "O percurso da migração". Fechar com: "eu não pintei nada com a mão até o passo 5 — essa profundidade toda veio da própria malha."
[!FIGURA — produzir novo material, a imagem do deck anterior (Shader Editor / Viewport) não representa mais o fluxo desta semana]
Objetivo didático: dar à turma um alvo visual do resultado esperado e antecipar o layout de tela da demonstração.
Arquivo sugerido: assets/demo_migracao_3dcoat.webp (não existe ainda — precisa ser produzido)
Descrição: tela dividida — à esquerda o Blender com o asset exportado, à direita o 3D Coat no Paint Room mostrando o painel de Layers com AO/Curvature já bakeados.
Como produzir: capturar as duas janelas lado a lado durante um ensaio da demonstração e compor no Krita.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 material sai do Blender</dc:title>
  <dc:subject>PptxGenJS Presentation</dc:subject>
  <dc:creator>Created by Marp</dc:creator>
  <cp:lastModifiedBy>Created by Marp</cp:lastModifiedBy>
  <cp:revision>1</cp:revision>
  <dcterms:created xsi:type="dcterms:W3CDTF">2026-09-11T14:21:24Z</dcterms:created>
  <dcterms:modified xsi:type="dcterms:W3CDTF">2026-09-11T14:21:24Z</dcterms:modified>
</cp:coreProperties>
</file>