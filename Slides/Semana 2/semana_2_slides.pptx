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Não é tutorial — é a construção da intuição conceitual antes de abrir o Blender na demonstração. Lembrar que esta é a primeira vez que a turma abre o UV Editor com intenção de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Cada objetivo volta ao longo da aula. Não detalhar agora. Texel density entra apenas como intuição — o cálculo numérico é Semana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Deixar 2–3 respostas da turma antes de apresentar a analogia da caixa de papelão. Não corrigir — usar as respostas como ponte para o conceito de "desdobrar".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Esta é a imagem mental central da semana. "Cortar as dobras" antecipa o conceito de seam (Semana 3), mas NÃO nomear seam ainda em profundidade — apenas plantar a ideia de que existe um corte.
FIGURA (produzir) — assets/analogia_caixa_uv.webp
Objetivo: tornar concreta a ideia de "desdobrar" um objeto 3D em um plano 2D, ancorando o conceito abstrato de UV na experiência física de abrir uma caixa.
Descrição: um cubo 3D à esquerda e, à direita, o mesmo cubo "aberto" em forma de cruz (planificação) sobre o quadrado da textura, com as faces numeradas para mostrar a correspondência.
Como produzir: no Blender, criar um cubo, aplicar Cube Projection e posicionar o Viewport 3D ao lado do UV Editor. Renderizar ou capturar as duas visões. No Krita, montar a comparação lado a lado e numerar as faces correspondentes.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Fixar que U e V vão de 0 a 1, independentemente da resolução da textura. Mostrar o cubo aberto ao lado da textura que o cobre. Não falar em UDIMs ou tiles múltiplas — isso é muito à frente.
FIGURA (produzir) — assets/espaco_uv_0_1.webp
Objetivo: mostrar que o espaço UV é um quadrado normalizado (0–1) onde as islands do objeto são posicionadas sobre a textura.
Descrição: o UV Editor do Blender com os eixos rotulados 0 e 1, uma textura checkerboard preenchendo o quadrado e as islands de um cubo posicionadas sobre ela.
Como produzir: no Blender, abrir o UV Editor com um cubo desdobrado e checkerboard carregado. Capturar a tela e, no Krita, adicionar os rótulos "0" e "1" nos cantos dos eixos U e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Comparação com o mapa-múndi (projeção de Mercator) funciona muito bem. Reforçar a mudança de expectativa: nesta semana o sucesso é OBSERVAR e NOMEAR a distorção, não zerá-la. Isso previne a paralisia do "quero deixar perfeito".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Introduzir as quatro projeções como um menu de ferramentas, cada uma boa para uma família de formas. Os próximos slides detalham uma a uma com uma frase cada. Não sobrecarregar.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Emparelhar planar e cilíndrica porque são as mais intuitivas. Pedir exemplos concretos à turma: "que peça do kit de vocês seria planar? qual seria cilíndrica?". Conectar ao projeto integrador.
FIGURA (produzir) — assets/projecao_planar_cilindrica.webp
Objetivo: associar cada projeção à família de formas onde ela distorce menos, comparando visualmente o checkerboard resultante.
Descrição: à esquerda, um plano/parede com projeção planar e checker uniforme; à direita, um cilindro com projeção cilíndrica mostrando o seam vertical e o grid regular no corpo.
Como produzir: no Blender, aplicar Project From View (planar) em um plano e Cylinder Projection em um cilindro, ambos com checkerboard. Capturar Viewport + UV Editor e montar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distorção nos polos da esférica é o ponto mais visual — mostrar como o checker "aperta" no topo e na base. A cúbica é a mais usada para props do kit modular nesta fase. Não entrar em Smart UV Project ainda (é a demonstração).
FIGURA (produzir) — assets/projecao_esferica_cubica.webp
Objetivo: evidenciar onde cada projeção falha — os polos na esférica e as arestas na cúbica — para o estudante reconhecer o padrão no próprio trabalho.
Descrição: à esquerda, uma esfera com projeção esférica e o checker comprimido nos polos; à direita, um cubo com Cube Projection e checker uniforme nas seis faces.
Como produzir: no Blender, aplicar Sphere Projection a uma UV Sphere e Cube Projection a um cubo, ambos com checkerboard. Capturar e comparar no Krita, destacando com uma seta a compressão nos polos.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checker é a ferramenta central da semana. No Blender, ativar via Z → Material Preview após conectar a textura ao Principled BSDF. ANTECIPAR o erro comum: aplicar a textura no UV Editor mas esquecer de ativar o Material Preview no Viewport.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ponto conceitual mais difícil da semana — os dois problemas se parecem no checker mas são distintos. Distorção se corrige com melhor projeção/seam; sobreposição se corrige separando as islands. Usar o UV Stretch Overlay para mostrar a distorção isoladamente.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NÃO entrar em fórmulas agora. Só a intuição "island maior = mais nítida". Se perguntarem valores exatos: "Vamos medir na Semana 4 — por enquanto, use o checker para ver se parece uniforme."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primeiro é o problema técnico número 1 da semana; fixar Z → Material Preview como verificação obrigatória. O segundo é uma questão de expectativa — a solução (seams) é Semana 3. Recontextualizar erros de UV como economia de trabalho futuro.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Checkerboard/UV checker é ferramenta de verificação padrão em qualquer pipeline, não recurso didático exclusivo da disciplina. Amarra à Semana 3 e 4 (padding, texel density): o hábito de verificar UV com checker antes de seguir adiante é o mesmo que sustenta C3 até a CF6.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Fechar a mini aula amarrando os conceitos. Cada item volta aplicado na produção em estúdio. Não reler tudo — apontar a conexão com o próximo passo.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Configurar o layout: Viewport 3D à esquerda, UV Editor à direita — usaremos esse layout dividido a semana toda. Seams manuais NÃO entram hoje: "Agora entendemos o problema. Semana que vem, aprendemos a controlar onde cortar."
FIGURA (produzir) — assets/demo_layout_blender.webp
Objetivo: orientar visualmente o layout de tela dividido (Viewport 3D + UV Editor) que será usado durante toda a demonstração e o estúdio.
Descrição: captura do Blender com a janela dividida: à esquerda o Viewport 3D com um cubo em Material Preview e checkerboard; à direita o UV Editor com as islands do mesmo cubo.
Como produzir: no Blender, montar o layout dividido descrito, carregar o checkerboard e capturar a tela cheia. Opcionalmente, no Krita, rotular "Viewport 3D" e "UV Editor" sobre cada painel.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Mapeamento UV</dc:title>
  <dc:subject>PptxGenJS Presentation</dc:subject>
  <dc:creator>Created by Marp</dc:creator>
  <cp:lastModifiedBy>Created by Marp</cp:lastModifiedBy>
  <cp:revision>1</cp:revision>
  <dcterms:created xsi:type="dcterms:W3CDTF">2026-08-07T00:19:23Z</dcterms:created>
  <dcterms:modified xsi:type="dcterms:W3CDTF">2026-08-07T00:19:23Z</dcterms:modified>
</cp:coreProperties>
</file>