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Continuação direta da Semana 3 — o UV já foi ABERTO; agora vamos QUALIFICAR esse UV. A mensagem central da semana está no subtítulo: otimizar UV tem impacto direto e mensurável na qualidade da textura. Última semana da Unidade I. Não é tutorial de cliques — é construir o raciocínio "distorção -&gt; normalização -&gt; empacotamento".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Não antecipar PBR (Semana 5) nem Texture Atlas (Semana 13). O foco é qualificar o UV que já foi aberto na Semana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aqui a comparação visual (figura abaixo). Deixar 2-3 respostas da turma antes de revelar a causa: texel density inconsistente. Não corrigir — usar as respostas como ponte para o conceito.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Revelar a causa depois das respostas da turma. Fixar: o problema não é o arquivo de imagem — é como o espaço UV foi distribuído. Isso prepara os três conceitos técnicos da aula.
[!FIGURA]
Objetivo didático: dar evidência visual concreta de que o mesmo material rende qualidade diferente conforme a área de UV — é o gancho que motiva toda a otimização da semana.
Arquivo sugerido: assets/comparacao_nitido_borrado.webp
Descrição: um único asset do kit renderizado com checkerboard (ou madeira), dividido ao meio: metade com UV normalizado (quadrados uniformes, nítido) e metade com island subdimensionada (quadrados grandes, borrado). Uma linha divide as duas condições.
Como produzir: no Blender, duplicar o asset e aplicar checkerboard em ambos; num deles reduzir a escala de uma island no UV Editor. Renderizar lado a lado em Material Preview e compor a comparação no Krita com rótulos "nítido / borrado".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Stretch Overlay é ativado pelo ícone de gradiente na barra do UV Editor. Reforçar que ele mostra o problema ANTES de aplicar textura — não é preciso pintar para saber que vai dar errado. Adicionar um seam resolve parte; orientar/escalonar a island resolve o 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conceito-chave da semana. Amarrar ao Projeto Integrador: num kit modular, todos os assets vistos à mesma distância no jogo devem ter texel density similar, senão a cena parece amadora. Verificação prática: com checkerboard, os quadrados devem ter tamanho visual similar entre os assets, na mesma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Cuidado conceitual importante: o Average calcula em relação à ÁREA DA FACE no 3D, não ao tamanho aparente no Viewport. Um objeto pequeno terá islands menores, um grande terá maiores — mas a DENSIDADE será igual. Antecipar a confusão do bloco de dificuldades do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Padding maior evita bleeding em mipmaps, mas desperdiça espaço. Para resultados sofisticados (rotação de islands, formas irregulares), citar o add-on UVPackmaster — mas só demonstrar se estiver instalado em todos os computadores. Não aprofundar a ferramenta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diagrama é o núcleo procedimental da semana. Repetir verbalmente e projetar durante o estúdio: "Distorção -&gt; Normalização -&gt; Empacotamento". Inverter a ordem é o erro nº 1 da semana. O GitHub Action converte o bloco mermaid em imagem automaticamente — não é preciso gerar arquivo manualmente. Uma island distorcida é empacotada distorcida.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física do plano de aula para fixar a diferença entre padding suficiente e excessivo. Usar se a turma travar no conceito abstrato de margin. Não transformar em discussão numérica — a ideia é a intuição.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Muitos estudantes não têm referência intuitiva de "70% de aproveitamento". Criar âncoras visuais concretas nomeando qualitativamente cada faixa. Na demonstração, mostrar os três níveis lado a lado. A meta de entrega é acima de 70%.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nº 2 da semana. Se o vermelho persiste após reposicionar seams, pedir que verifique ngons: Select &gt; All by Trait &gt; Faces by Sides. Se for geometria, o conserto é no modelo, não no UV. Diagnóstico antes de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semana. O primeiro é de ORDEM, o segundo é de DIAGNÓSTICO, o terceiro é de CRITÉRIO. Fixar cada um com a solução durante a demo e circular no estúdio buscando exatamente esses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volta aplicado na produção em estúdio. Não reler tudo — apontar a conexão com o próximo passo: a demonstração de otimização ao vivo. Lembrar que é a última semana para deixar a base do UV pronta antes do PBR.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Conectar ao semestre e ao Projeto Integrador. Um UV com problemas nesta semana gera retrabalho nas Semanas 5, 6 e além. Comunicar essa consequência com clareza — é o que motiva o cuidado no estúdio de hoje. A crítica desta semana é INFORMAL.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Mesmo layout dividido das semanas anteriores: Viewport 3D à esquerda com checkerboard, UV Editor à direita com Stretch Overlay ativo. Sequência: diagnosticar vermelho -&gt; corrigir island -&gt; Average Islands Scale -&gt; Pack Islands -&gt; desfazer/refazer mostrando antes-depois. Manter o arquivo aberto durante o estúdio.
[!FIGURA]
Objetivo didático: orientar o layout de tela da demonstração e antecipar o resultado esperado da otimização, dando à turma um alvo visual claro para o próprio trabalho.
Arquivo sugerido: assets/demo_layout_semana04.webp
Descrição: captura do Blender com janela dividida — à esquerda o prop do kit em Material Preview com checkerboard uniforme; à direita o UV Editor com Stretch Overlay predominantemente azul e islands empacotadas ocupando bem o quadrado 0-1.
Como produzir: no Blender, montar o layout dividido, aplicar checkerboard, ativar o Stretch Overlay, executar Average Islands Scale e Pack Islands no prop de demonstração. Capturar a tela cheia com os dois painéis mostrando o estado OTIMIZADO.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Otimizar o UV</dc:title>
  <dc:subject>PptxGenJS Presentation</dc:subject>
  <dc:creator>Created by Marp</dc:creator>
  <cp:lastModifiedBy>Created by Marp</cp:lastModifiedBy>
  <cp:revision>1</cp:revision>
  <dcterms:created xsi:type="dcterms:W3CDTF">2026-07-12T01:38:18Z</dcterms:created>
  <dcterms:modified xsi:type="dcterms:W3CDTF">2026-07-12T01:38:18Z</dcterms:modified>
</cp:coreProperties>
</file>