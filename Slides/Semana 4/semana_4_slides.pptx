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Abrir marcando a virada: até aqui (Semana 3) o Hero Asset era decisão e justificativa escrita. Hoje ele chega modelado, pela primeira vez, e a turma abre o UV dele de verdade. É também a primeira Crítica Formal do semestre — dizer isso já na abertura, sem alarmismo.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Recapitular em uma frase cada semana, sem reabrir conteúdo técnico de projeção UV (Semana 2) nem a lógica dos três critérios de escolha (Semana 3) — isso já foi ensinado. Só situar o fluxo.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três primeiros objetivos são cobertos na mini aula e na demonstração; os dois últimos são o trabalho do estúdio de hoje, fechado na Crítica Formal do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Deixar 2-3 respostas antes de nomear o conceito. A resposta certa é "depende" — ponte direta para a próxima seção.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Não é uma ferramenta ruim — é uma ferramenta para um problema diferente do de hoje. O Hero Asset é a peça mais observada do semestre.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Três limitações do Smart UV Project isoladamente. Para um Hero Asset, não é suficiente sozinho — precisa de seams manuais por 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Ligar ao critério 3 da Semana 3 (reaproveitamento) — um bom seam pensa também em onde a textura vai ser pintada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Reforçar que o critério técnico (Stretch Overlay, densidade de texel) já foi visto na Semana 2 em objetos neutros — a novidade de hoje é aplicar isso a uma peça real que vale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 de checagem para repetir circulando no estúdio. Reforçar que a CF1 avalia domínio técnico do processo, não perfeição estética.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Amarrar ao C3 (UV Mapping) da Rubrica Mestre, foco principal da CF1 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Fechar a mini aula amarrando os conceitos antes da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os 20 min de demonstração.
[!FIGURA]
Objetivo didático — Mostrar visualmente a diferença de qualidade entre um UV resolvido só por Smart UV Project e o mesmo objeto com seams manuais, islands organizadas e Pack Islands aplicado.
Arquivo sugerido — assets/uv_comparacao_smart_manual.webp
Descrição — Duas capturas de tela lado a lado do mesmo prop no UV Editor do Blender: à esquerda, resultado do Smart UV Project (islands fragmentadas, aproveitamento mediano); à direita, resultado após seams manuais + Pack Islands (islands organizadas, aproveitamento alto), ambas com checkerboard aplicado no Viewport ao fundo.
Como produzir — Capturar no Blender com o prop de demonstração do professor, exportando as duas telas no mesmo enquadramento para comparação direta.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Divisória entre a mini aula e o estúdio. Os slides a seguir ficam projetados durante a produção — servem de consigna e timebox visíveis, apresentados um a um conforme a etapa correspondente começa.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Encontro 1. Circular perguntando onde a malha concentra mais complexidade de forma, antes de qualquer corte manual.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Perguntar: "Por que você cortou o seam aqui e não ali? Essa costura vai aparecer na peça final?" Identificar seams excessivamente fragmentados.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refinamento final acontece no início do Encontro 2, antes da Crítica Formal. Identificar quem ainda tem distorção não resolvida — atenção prioritária amanhã.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do Encontro 2. Verificar que todos têm a Ficha de Autoavaliação preenchida antes do início das apresentações.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Cerca de 3 min por estudante, ajustar ao tamanho da turma. Perguntas focadas em C3: "Essa distorção compromete a textura futura?", "Esse aproveitamento de espaço está adequado?" Ficha de Crítica Formal preenchida durante ou logo após cada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Fechamento (10 min): "O UV que vocês abriram hoje é o endereço onde toda textura, todo material e toda pintura das próximas semanas vai morar." Reflexão individual: "O feedback que mais me surpreendeu na CF1 foi ___. Na Semana 5, vou corrigir ___ primeiro." Ponte: na Semana 5 corrigem o UV com base no feedback e entram no Shader Editor pela primeira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Texturização</dc:title>
  <dc:subject>PptxGenJS Presentation</dc:subject>
  <dc:creator>Created by Marp</dc:creator>
  <cp:lastModifiedBy>Created by Marp</cp:lastModifiedBy>
  <cp:revision>1</cp:revision>
  <dcterms:created xsi:type="dcterms:W3CDTF">2026-09-11T19:34:33Z</dcterms:created>
  <dcterms:modified xsi:type="dcterms:W3CDTF">2026-09-11T19:34:33Z</dcterms:modified>
</cp:coreProperties>
</file>