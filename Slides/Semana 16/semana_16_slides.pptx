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IV — Otimização e Integração ao Motor. Crítica 🔵 INFORMAL (circulante), sem nota formal nesta semana. Apostila: Parte VI, Cap. 21 — Lightmaps e Iluminação em Motores (abertura de malha para lightmap); Parte VI, Cap. 22 — Integração com Unreal Engine e Unity (importação e configuração); Parte III, Cap. 11 — Shaders, Iluminação e Aparência Final (renderização de modelos texturizados). Mensagem central da capa: até aqui todo o trabalho aconteceu no Blender e no 3D Coat. Hoje o kit inteiro entra, pela primeira vez, em um motor de jogo real. Isso exige duas coisas novas: um segundo canal de UV só para a luz (UV2) e a reconstrução dos mapas PBR já produzidos dentro do sistema de material da Unity. É o ensaio geral da apresentação final (S17). NÃO antecipar a apresentação/defesa nem os critérios formais da CF6 — isso é conteúdo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é técnica nova de pintura nem de otimização — é transporte para o motor. Nada do que foi produzido nas 15 semanas muda; o que muda é o ambiente que lê esses mapas e uma camada de UV nova que nunca foi necessária até agora. Os renders capturados hoje já começam a compor a evidência visual (breakdown) para a apresentação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o MESMO asset em duas situações: o material completo aberto no Blender (Principled BSDF, todos os nós conectados) e o mesmo asset ainda sem material, cinza, recém-importado na Unity. Deixar 2–3 respostas. Direcionar para a ideia central: a Unity não lê o node setup do Blender — ela só recebe geometria, UV e os arquivos de textura brutos. O trabalho de hoje é reconstruir, dentro do sistema de material da Unity, a mesma lógica de leitura de mapas que já existe no Blender, mais uma camada de UV nova: o lightmap.
[!FIGURA]
Objetivo didático: materializar o gancho da aula — o trabalho está guardado nos mapas, mas o motor não herda o material montado no Blender.
Arquivo sugerido: assets/asset_blender_vs_unity_cinza.webp
Descrição: dois painéis lado a lado do mesmo asset do kit. À esquerda, rotulado "Blender", o objeto com material completo (Principled BSDF, todos os nós conectados visíveis ao fundo). À direita, rotulado "Unity", o mesmo objeto cinza liso, recém-importado, sem material.
Como produzir: no Blender, capturar o viewport com o material aplicado e o node editor visível. Na Unity, importar o mesmo FBX sem material e capturar o objeto cinza na cena. Montar lado a lado no Krita com os rótulos "Blender" e "Unity".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As Semanas 13–15 resolveram a Unidade IV do lado da produção: menos texturas e texturas mais leves. Hoje o mesmo conteúdo entra na Unity. Isso exige um UV que ainda não foi trabalhado — o UV2 de lightmap — e a reconfiguração dos mapas PBR dentro do sistema de material da Unity (URP), que lê canais de forma diferente do Principled BSDF do Blender. Preparar os quatro tópicos da mini aula: UV2, geração de UV2, materiais na Unity e lightmap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da mini aula. O UV1, usado desde a S2, foi otimizado para textura: sobreposição ali é DESEJÁVEL, porque a mesma região de textura é reaproveitada (atlas na S13, tiling na S14). O lightmap registra a luz incidente sobre cada ponto da superfície — se duas regiões compartilham o mesmo espaço de UV, elas vazam luz uma para a outra no bake, mesmo sendo partes fisicamente distintas. Por isso o UV2 é exclusivo para a luz e não pode ter sobreposição, mesmo que o UV1 do mesmo objeto tenha sobreposição intencional. Frase-chave do plano: "UV1 responde 'que pixel aparece aqui?'; UV2 responde 'quanta luz chega neste ponto?'".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(continuação) e Possíveis Dificuldades nº 1 do plano — o erro técnico mais comum e mais confuso para quem faz pela primeira vez. Reforçar a estratégia: antes de qualquer bake, inspecionar visualmente o UV2 ilha por ilha e confirmar ausência de sobreposição E padding suficiente. Vazamento de luz é sintoma de UV2 mal gerado (ou objetos muito próximos na cena) — resolver na origem (UV), não compensando com parâmetros de luz.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2 da mini aula. O Blender oferece geração automática de um segundo canal de UV, adequada para lightmap (sem sobreposição, com padding). Esse UV2 é gerado de forma independente do UV1 e não o altera — os dois convivem. Reforçar: o estudante NÃO deve mexer no UV1 que já está pronto e validado. Na maioria dos casos a geração automática do UV2 basta. Preparar a demonstração: mostrar no UV Editor a diferença entre o layout do UV1 e o do UV2.
[!FIGURA]
Objetivo didático: contrastar visualmente o layout do UV1 (com possível sobreposição/repetição) e o do UV2 (sem sobreposição, com padding).
Arquivo sugerido: assets/uv1_vs_uv2_layout.webp
Descrição: dois quadrados de UV do mesmo asset lado a lado. À esquerda, "UV1" com ilhas grandes, algumas sobrepostas ou repetidas. À direita, "UV2" com todas as ilhas separadas, sem sobreposição, com espaço (padding) visível entre elas.
Como produzir: no Blender, no UV Editor, capturar o layout do UV1 do asset de demonstração; gerar o segundo canal de UV (lightmap) e capturar o layout do UV2. Montar lado a lado no Krita com os rótulos "UV1 · textura" e "UV2 · lightmap".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Percorrer o fluxo: os dois canais de UV (UV1 e UV2) são exportados juntos no FBX; na Unity, o material é reconstruído com os mapas já produzidos (Albedo, Normal, ORM); os objetos marcados como Static recebem o lightmap bake; por fim, capturamos os renders. Este é exatamente o percurso da demonstração de 20 min. Erro a antecipar (Possíveis Dificuldades nº 4): esquecer de conferir se o FBX exportou os DOIS canais — sem isso, a Unity gera um lightmap UV automático de baixa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3 da mini aula. O shader Lit do URP espera Base Map (Albedo), Normal Map e um slot combinado de Metallic/Smoothness (ou Mask Map, conforme o pipeline). Analogia do plano: é como levar a mesma receita de um forno para outro — os ingredientes (mapas) são os mesmos, mas o forno tem os próprios botões e você precisa saber onde cada um fica. O trabalho técnico e artístico das 15 semanas não muda. Preparar os dois próximos slides: as duas diferenças que mais pegam — Smoothness invertido e a flag do Normal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do plano. O conceito de Roughness (usado desde a S5) é o inverso do de Smoothness (shader Lit da Unity). Estudantes frequentemente conectam o canal sem inverter. Estratégia de mediação: comparar visualmente a superfície na Unity com o render de referência do Blender e perguntar diretamente — "essa superfície deveria ser mais lisa ou mais áspera aqui? O valor que você vê bate com isso?". Se o material parece mais brilhante/opaco que o esperado, o suspeito nº 1 é o Smoothness invertido.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2 e Estratégias de Mediação do plano. Erro silencioso: a textura é importada como imagem comum, o material aceita a conexão sem erro, mas o relevo fica invertido ou achatado. Estratégia: para cada Normal Map importado, conferir no Inspector se a flag "Normal Map" está ativada ANTES de conectar. Quando o normal aparece estranho, este é o primeiro ponto de verificação, antes de investigar qualquer outra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4 da mini aula. Para um objeto receber lightmap bake na Unity, ele precisa estar marcado como Static (Contribute GI). O bake calcula a iluminação indireta da cena e a grava no UV2 — por isso o UV2 sem sobreposição é pré-requisito. Analogia do plano: conceitualmente parecido com o bake de Normal Map e AO já feito no Blender (S11–12) — uma informação complexa (luz, ou detalhe de superfície) é calculada uma vez e gravada como textura, para não recalcular em tempo real. Nota do professor: se o bake demorar mais que os 20 min, ter uma cena com bake concluído pronta para mostrar e usar o tempo ao vivo na parte mais transferível (configuração de material + UV2).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erros mais frequentes, das Possíveis Dificuldades do plano (nº 1, 2, 3 e 5). Caçar exatamente estes ao circular no estúdio. Acrescentar mentalmente o nº 4: conferir que o FBX exportou os dois canais de UV, para a Unity não gerar um lightmap UV automático de baixa qualidade em vez do UV2 planejado. Escala: diferenças de unidade entre Blender e Unity — posicionar um objeto de escala conhecida (cubo de 1 m) ao lado e ajustar a escala de importação antes de montar a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(Fechamento, reflexão de fechamento de unidade). A interoperabilidade entre ferramentas — Blender/3D Coat para produção, Unity como destino — é parte central do trabalho de um artista técnico de jogos. É esperado e normal que a primeira importação de cada estudante tenha ao menos um problema (normal map, smoothness ou lightmap). O objetivo da semana é o primeiro ciclo completo de diagnóstico e correção nesse ambiente novo, não a perfeição na primeira tentativa.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(gerar UV2, exportar, configurar material e primeiro bake) e no estúdio (UV2 + FBX + material de dois assets no 1º encontro; kit completo, cena montada e bake final no 2º encontro). Lembrar: hoje é crítica 🔵 INFORMAL, sem nota formal — mas a cena Unity montada, o lightmap baked e os renders finais compõem a evidência central de C8 (Integração na Unity), avaliada formalmente pela primeira vez na CF6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plano: (1) gerar UV2 no Blender e comparar o layout com o UV1 no UV Editor; (2) exportar FBX confirmando os dois canais de UV e importar na Unity — objeto aparece cinza, retomando o gancho da abertura; (3) criar material no shader Lit, conectar Albedo ao Base Map, Normal Map (ativando a flag antes) e Metallic/Smoothness (invertendo o canal se necessário), comparando com o render de referência do Blender; (4) marcar Static, configurar luz direcional e rodar Generate Lighting, mostrando antes/depois. No estúdio (1º encontro), cada estudante gera o UV2, exporta e configura o material de ao menos dois assets antes de expandir para o kit completo no 2º encontro.
[!FIGURA]
Objetivo didático: antecipar o alvo visual da demonstração para que a turma reconheça o resultado esperado antes de produzir no estúdio.
Arquivo sugerido: assets/demo_blender_unity_pipeline.webp
Descrição: três painéis em sequência — (1) UV Editor do Blender com o UV2 gerado, ilhas separadas com padding; (2) Inspector da Unity de um Normal Map com a flag "Normal Map" marcada, ao lado do material Lit com os slots preenchidos; (3) a cena com o asset já texturizado sob luz baked, com um antes/depois do lightmap bake.
Como produzir: no Blender, capturar o UV Editor com o UV2. Na Unity, capturar o Inspector da textura com a flag ativada e o material Lit configurado; rodar Generate Lighting e capturar a viewport antes/depois. Montar os três painéis no Krita, numerados 1–2–3.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arquivo à cena no motor</dc:title>
  <dc:subject>PptxGenJS Presentation</dc:subject>
  <dc:creator>Created by Marp</dc:creator>
  <cp:lastModifiedBy>Created by Marp</cp:lastModifiedBy>
  <cp:revision>1</cp:revision>
  <dcterms:created xsi:type="dcterms:W3CDTF">2026-08-07T00:20:46Z</dcterms:created>
  <dcterms:modified xsi:type="dcterms:W3CDTF">2026-08-07T00:20:46Z</dcterms:modified>
</cp:coreProperties>
</file>