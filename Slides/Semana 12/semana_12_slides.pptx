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Apostila: Parte V, Cap. 15 — Bake de Texturas (ID Map e Curvature Map); Parte V, Cap. 17 — Máscaras, Stencils e Decals.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CF5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2026-08-07T00:20:40Z</dcterms:created>
  <dcterms:modified xsi:type="dcterms:W3CDTF">2026-08-07T00:20:40Z</dcterms:modified>
</cp:coreProperties>
</file>