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da mini aula (20 min). Unidade III — Pintura Digital e Bake. Crítica 🔵 Informal nesta semana. Mensagem central: na Semana 8 os estudantes aprenderam a pintar os três canais base no 3DCoatTextura (Color, Roughness, Metallic). Hoje NÃO há ferramenta nova — há uma nova INTENÇÃO. O foco passa do estrutural (canais corretos) para o narrativo (o que aconteceu com esse objeto?). Deixar isso claro logo na capa: a pergunta que guia a semana é "qual é a história desse objeto?".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Não antecipar stencils (Semana 10) nem bake de Normal/AO (Semana 11). Hoje é pintura manual de detalhe com intenção narrativa, usando as ferramentas já conhecidas da Semana 8. O objetivo da "leitura à distância" prepara a verificação no Render Room que aparece na demonstração e no estúdio.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abertura. Exibir dois renders do MESMO asset: um só com as três camadas base da Semana 8 (cor flat, roughness uniforme), outro com desgaste, sujeira e scratches. Mesma malha, mesmo UV, mesmo número de polígonos. Deixar 2-3 respostas. Direcionar para: a textura com desgaste narra o tempo de uso. Ela responde "o que aconteceu com esse objeto antes de ele aparecer no frame?".
[!FIGURA]
Objetivo didático: materializar visualmente a diferença entre "textura funcional" e "textura com história" — o salto conceitual de toda a aula em uma imagem.
Arquivo sugerido: assets/antes_depois_desgaste.webp
Descrição: comparação lado a lado do MESMO asset (ex.: barril ou caixa de metal). À esquerda, versão S08 com Color, Roughness e Metallic base, aparência limpa e uniforme. À direita, versão S09 com edge wear nas arestas, sujeira acumulada nas cavidades inferiores e scratches direcionais.
Como produzir: no 3DCoatTextura, abrir o asset de demonstração; capturar o Render Room com apenas as camadas base visíveis; depois reativar as camadas de detalhe e capturar de novo no mesmo ângulo e iluminação. Compor as duas capturas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rápida. Reforçar que o ponto de partida de hoje é exatamente o estado em que o asset ficou na Semana 8. As camadas base já estão prontas; adicionamos camadas de INFORMAÇÃO sobre elas. Lembrar os estudantes de revisitar o moodboard do kit antes de começar — a lógica de desgaste depende do contexto do universo (medieval envelhecido vs. sci-fi em uso ativo).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diferença não é técnica, é de direção artística. Perguntar: "O tema do seu kit pede realismo ou estilo? Olhem o moodboard — as referências são fotográficas ou artísticas?". Não há resposta certa, mas a escolha deve ser deliberada e consistente em todo o kit. Um kit cartoon com edge wear branco e uniforme é edge wear estilizado — a lógica de ONDE pintar é a mesma; o quanto exagera é decisão artística.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Esta taxonomia organiza todo o processo de pintura da semana. Cada tipo responde a uma lógica física diferente: edge wear = exposição ao contato; dirt = gravidade + abrigo; scratches = direção de uso. Os próximos três slides detalham cada um. O GitHub Action converte o mermaid em imagem.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É onde tinta descasca, metal polido aparece sob ferrugem, pedra lascada expõe material interno. As duas camadas (Color + Roughness) constroem juntas a leitura de "material exposto pelo uso". Ponto crítico que retorna nos erros comuns: NÃO pintar todas as arestas igualmente — a intensidade é proporcional à exposição ao contato.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Pó, fuligem, musgo e óleo acumulam em lugares protegidos onde o vento não chega e a água fica parada. O modo Multiply é essencial: escurece a base sem apagá-la (acúmulo gradual, não mancha opaca). Pintar em passadas suaves e acumulativas com brush grande e opacidade baixa. A cor da sujeira segue o tema: pó terroso (Medieval), graxa/fuligem (Sci-Fi), ferrugem+terra (Pós-apocalíptico).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Riscos têm direção e comprimento que revelam como o objeto foi usado — horizontal se deslizado em superfícies, vertical se apoiado contra paredes, diagonal se carregado. Não cobrir toda a face: concentrar em 20-30% das superfícies expostas. Na demonstração, scratches ficam como desafio de estúdio para estudantes avançados; edge wear e dirt são o foco.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pergunta que resolve tudo: "o que o usuário toca? o que bate no chão quando o objeto é largado? onde a poeira cairia e ficaria parada?". O desgaste uniforme é decorativo; o desgaste posicionado pela lógica de uso é narrativo. Este é o critério C5 (Texturização) que separa o nível 2 do nível 4 na rubrica. Insistir na assimetria — é ela que torna o desgaste crível.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Nomenclatura recomendada da mini aula. "Quem tem as camadas assim nomeadas ajusta qualquer detalhe direto. Quem tem tudo numa camada só refaz o asset do zero na próxima crítica." A organização de camadas é critério C1 (Processo de Projeto) na rubrica — camadas nomeadas por função, nunca "Layer 1". Cada tipo de detalhe = sua própria camada ou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Regra prática que vira hábito de trabalho: verificar a distância no Render Room ANTES de declarar uma camada pronta. O objetivo é que o desgaste "leia à distância" sem ser caricato. Esse gesto — afastar a câmera e conferir — deve ser repetido a cada camada nova durante o estúdio. É a defesa contra o erro de "comparativo antes/depois sem diferença visível".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três erros mais frequentes, alinhados às Possíveis Dificuldades do plano de aula. Circular no estúdio caçando exatamente estes padrões. Para o edge wear uniforme: pedir que o estudante identifique verbalmente as 2-3 arestas mais expostas ANTES de pintar. Para o Dirt: conferir o modo de mistura antes de qualquer pincelada. Para a invisibilidade: desativar as camadas novas e comparar — "vê diferença? não? então falta intensidade".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profissional. Narrativa ambiental via desgaste é uma das competências mais valorizadas em portfólios de texturização — separa quem "suja a textura" de quem conta uma história de uso. Amarra à Semana 12, onde ID/Curvature acelera esse mesmo tipo de decisão via smart materials, sem substituir o julgamento aprendido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mini aula antes da demonstração. Cada item retorna na demonstração ao vivo (edge wear + dirt no asset preparado) e no estúdio (Asset 01 recebe as camadas de detalhe). Lembrar: semana de crítica 🔵 Informal — sem nota, mas o professor registra evidências de C5 para calibrar a CF3 (Semana 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a demonstração de 20 min. Sequência: partir do asset com as três camadas base pintadas (mesmo estado em que a turma chega) → EdgeWear_Color nas arestas expostas → EdgeWear_Rough coincidindo com as mesmas arestas → Dirt_Color em Multiply nas cavidades e base → Dirt_Rough nas mesmas áreas → afastar a câmera no Render Room e verificar a leitura. Scratches ficam como desafio de estúdio. Não demonstrar bake nem stencil — não é o escopo desta semana.
[!FIGURA]
Objetivo didático: antecipar o resultado esperado da demonstração para que a turma reconheça o alvo visual antes de produzir no estúdio.
Arquivo sugerido: assets/demo_edgewear_dirt.webp
Descrição: captura do Render Room do 3DCoatTextura mostrando o asset de demonstração já com edge wear nas arestas superiores (cor interna + roughness mais baixo, arestas com brilho sutil diferente) e dirt acumulado nas cavidades inferiores (tom escuro e mais matte). Painel de Layers visível à lateral com as camadas EdgeWear_Color, EdgeWear_Rough, Dirt_Color e Dirt_Rough nomeadas.
Como produzir: no 3DCoatTextura, pintar as quatro camadas no asset de demonstração seguindo o percurso da demonstração; abrir o Render Room com iluminação HDR e capturar em um ângulo que mostre arestas e cavidades ao mesmo tempo, com o painel de Layers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textura ganha história</dc:title>
  <dc:subject>PptxGenJS Presentation</dc:subject>
  <dc:creator>Created by Marp</dc:creator>
  <cp:lastModifiedBy>Created by Marp</cp:lastModifiedBy>
  <cp:revision>1</cp:revision>
  <dcterms:created xsi:type="dcterms:W3CDTF">2026-10-10T20:47:16Z</dcterms:created>
  <dcterms:modified xsi:type="dcterms:W3CDTF">2026-10-10T20:47:16Z</dcterms:modified>
</cp:coreProperties>
</file>