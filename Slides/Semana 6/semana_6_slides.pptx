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Marcar a virada da semana: pela primeira vez uma imagem real entra no pipeline — o Albedo deixa de ser cor sólida e passa a ser textura. Também é a semana em que cada estudante começa a declarar sua trilha visual (fotorrealista ou estilizada). Sem crítica formal — a próxima é a CF2, na Semana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Recapitular em uma frase. Não reabrir o conteúdo técnico de PBR da Semana 5 (Albedo/Metallic/Roughness) — isso já foi ensinado. Só situar a transição.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dois primeiros objetivos são conceituais (mini aula); os três últimos são o trabalho prático do estúdio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Recapitulação rápida de 5 min antes do conteúdo novo. Se o add-on não estiver disponível no laboratório, mencionar apenas verbalmente com uma imagem comparativa — não é essencial para 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Mostrar duas imagens estáticas lado a lado (sem abrir software ainda): a mesma parede de pedra, uma com textura repetida sem tratamento (costuras visíveis) e outra já seamless. Perguntar "o que está diferente? onde está o problema?" e aguardar 2-3 respostas antes de nomear "costura".
[!FIGURA]
Objetivo didático — Evidenciar visualmente o problema da costura antes de nomear o conceito de textura seamless.
Arquivo sugerido — assets/parede_costura_comparacao.webp
Descrição — Duas renderizações lado a lado de uma mesma parede de pedra: à esquerda, textura de 512×512 repetida sem tratamento (linhas de corte visíveis em grade); à direita, a mesma textura tornada seamless (repetição imperceptível).
Como produzir — Renderizar no Blender um plano com a textura de demonstração aplicada via nó Image Texture com Mapping repetido, uma vez antes e uma vez depois do tratamento seamless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problema da costura não é estético, é funcional: quebra a ilusão de realidade independentemente da qualidade artística do resto do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Reforçar que o problema é o mesmo nas duas trilhas — muda a fonte da imagem, não o requisito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Esse é o método clássico e vale para as duas trilhas — a única diferença é se o artista clona pixels de uma foto ou continua pinceladas de uma pintura.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Wrap Around elimina a necessidade de exportar e testar a cada ajuste — é o único feedback confiável em tempo real. Insistir nisso: quem só olha o PNG isolado não vê a costura.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Para a trilha estilizada, frequentemente só o Albedo vem pronto — Roughness/Metallic precisam ser calibrados manualmente, como já foi feito na Semana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C4 (Materiais PBR) e C2 (Direção Artística) — coerência da textura com o universo do kit e com a trilha visual escolhida.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 mini aula amarrando os conceitos antes da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demonstração: Krita (offset, Clone Stamp, Wrap Around, exportação) → Blender (nó Image Texture → Base Color) → comparação rápida com uma textura estilizada já preparada, mostrando que o processo é idêntico.
[!FIGURA]
Objetivo didático — Mostrar as etapas do processo de offset+patch no Krita, da foto bruta ao resultado seamless.
Arquivo sugerido — assets/demo_krita_offset_patch.webp
Descrição — Sequência de 3 capturas de tela do Krita lado a lado: (1) foto bruta com Wrap Around ativado mostrando costuras nas bordas, (2) a mesma imagem após o offset de 50%/50% com as costuras agora cruzando o centro, (3) resultado final após o patch com Clone Stamp, sem costuras visíveis no Wrap Around.
Como produzir — Capturar no Krita usando a fotografia de pedra de demonstração do professor, salvando as três etapas do mesmo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Divisória entre a mini aula e o estúdio. Os slides a seguir ficam projetados durante a produção — servem de consigna e timebox visíveis, apresentados um a um conforme a etapa correspondente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Encontro 1. A escolha de trilha (fotorrealista ou estilizada) deve ser coerente com o moodboard do kit. Circular perguntando: "essa textura poderia existir no universo do seu kit?"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Circular verificando três pontos: a textura está seamless (Wrap Around), Metallic/Roughness preservados, e a escala da textura coerente com o asset (nó Mapping se necessário).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do Encontro 2. Perguntar à turma: "alguém consegue ver onde termina um tile e começa outro?" Fechar nomeando o erro de seamless mais comum observado (tipicamente patch em linha reta) e o estado geral de coerência temática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Para quem precisar. Perguntar: "o que mudou com o patch? mostra no Wrap Around antes e depois" — estimula verbalização do processo para C1.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Não é obrigatório terminar tudo — o objetivo é sair da semana com domínio real do fluxo Krita → Blender. Perguntar: "esse segundo material é fisicamente diferente do primeiro? o Roughness dele deveria ser igual?"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(10 min): "O Albedo do Hero Asset não é mais uma cor — é uma superfície com história." Ponte: na Semana 7 a ferramenta muda para o 3DCoatTextura, com bake de AO/Curvature/Normal direto da malha — quem está na trilha fotorrealista reforça o desgaste sobre a textura de hoje; quem está na estilizada usa os mesmos mapas como máscara para Smart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2026-10-10T20:46:59Z</dcterms:created>
  <dcterms:modified xsi:type="dcterms:W3CDTF">2026-10-10T20:46:59Z</dcterms:modified>
</cp:coreProperties>
</file>