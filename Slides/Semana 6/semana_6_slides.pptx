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CF2 (Sem 5) e a CF3 (Sem 8). Mensagem central no subtítulo: a costura de uma textura não é falta de talento artístico — é uma imagem cujas bordas não são contínuas. Marco da semana: pela primeira vez uma IMAGEM REAL entra no pipeline. Nas Semanas 3-5 o Albedo era cor plana; agora vira uma superfície com variação e história. Não é tutorial de cliques: é entender por que a repetição precisa ser invisível.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Normal Map nem Roughness mapeado (Semana 7) — hoje só o Albedo deixa de ser cor e passa a ser imagem. Manter os valores de Metallic e Roughness calibrados na Semana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 usando a imagem estática de comparação no projetor (sem abrir software ainda). Aguardar 2-3 respostas — o objetivo é que a turma IDENTIFIQUE a costura antes de nomear o conceito. Vão dizer "tem uma linha", "a pedra se repete igual". Confirmar e revelar o conceito no slide seguinte.
[!FIGURA]
Objetivo didático: provocar a turma a enxergar a costura por conta própria, ancorando o conceito na percepção antes da definição.
Arquivo sugerido: assets/parede_costura_vs_seamless.webp
Descrição: uma parede de jogo em duas versões lado a lado. À esquerda, uma textura de pedra 512x512 repetida sem tratamento — linhas de corte (costuras) visíveis em grade. À direita, a MESMA parede com a textura tornada seamless — a repetição não é perceptível.
Como produzir: no Blender, aplicar uma textura de pedra 512x512 num plano grande com escala de repetição alta (nó Mapping com Scale elevado) e renderizar — as costuras aparecem. Tornar a mesma textura seamless no Krita (offset+patch), reaplicar e renderizar de novo. Compor as duas capturas lado a lado no Krita com rótulos "sem tratamento / seamless".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Superfícies grandes de jogo são maiores que uma única tile. Usar textura pequena repetida é a opção mais eficiente em memória — mas exige seamless. A alternativa (textura única cobrindo tudo) existe, mas não escala para um kit modular. Amarrar ao Projeto Integrador: o kit precisa de superfícies amplas coerentes.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ponto-chave que motiva o método. A costura não é falha de conteúdo — é diferença entre as bordas. Por isso capturar em iluminação difusa (dia nublado) é tão importante: sombras duras criam costuras que "giram" com o tile e não se corrigem por offset simples. Preparar o terreno para a solução: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coração do processo. O offset não conserta nada sozinho — ele TRAZ o problema para onde conseguimos vê-lo e pintar. As bordas passam a ser contínuas; o trabalho de patch acontece no centro. No Krita: Filter &gt; Transform &gt; Offset, 50% em cada eixo.
[!FIGURA]
Objetivo didático: tornar visível a lógica do offset — o problema não some, ele muda de lugar para poder ser corrigido.
Arquivo sugerido: assets/offset_traz_costura_ao_centro.webp
Descrição: textura de pedra em duas etapas. À esquerda, a imagem original com a costura implícita nas bordas (invisível). À direita, a mesma imagem após offset de 50% — as antigas bordas agora formam uma cruz de costuras no centro da imagem, prontas para o patch.
Como produzir: no Krita, abrir uma foto de pedra, aplicar Filter &gt; Transform &gt; Offset a 50% em X e Y. Capturar antes e depois. Compor lado a lado com uma seta indicando "bordas -&gt; centro".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nº 1 do estúdio. Clonar em linha reta cria um novo padrão repetitivo. Orientar pinceladas diagonais e irregulares, seguindo a textura do material. O Smudge suaviza os limites do patch. Mostrar isso ao vivo na demonstração com o Wrap Around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Wrap Around (W) é o único feedback confiável em tempo real — o estudante vê a costura ANTES de ir para o Blender. Erro comum nº 2: o PNG isolado parece perfeito, mas a costura só aparece quando tilea. Insistir no uso do Wrap Around durante todo o processo, não só no fim. A régua do "bom o suficiente" é uma decisão artística, não técnica.
[!FIGURA]
Objetivo didático: mostrar como o Wrap Around revela costuras que são invisíveis na imagem isolada.
Arquivo sugerido: assets/krita_wrap_around.webp
Descrição: captura de tela do Krita com uma textura de pedra em modo Wrap Around ativo, exibindo a repetição em grade 3x3. Uma costura residual aparece destacada por um círculo vermelho anotado.
Como produzir: no Krita, abrir uma textura de pedra parcialmente tratada, pressionar W para ativar o Wrap Around, dar zoom out até ver a repetição em grade. Capturar a tela e anotar a costura residual com um círculo no próprio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O ciclo Krita -&gt; Blender vai se repetir várias vezes no estúdio — é normal. Reforçar o loop C-&gt;D-&gt;C: verificar no Wrap Around, voltar ao patch se houver costura. O GitHub Action converte o bloco mermaid em imagem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claro que baixar textura pronta NÃO isenta de entender o seamless. Se o estudante baixa do Poly Haven, precisa documentar por que é seamless (apontar continuidade de bordas no Wrap Around) e adaptar cor/detalhe ao tema. "Baixar é válido. Entregar sem entender não é." Erro comum nº 6 do plano. Se a internet do lab for instável, ter um pen drive com 5-6 texturas preparadas.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5. Escala não é problema do seamless — é de mapeamento. Adicionar nó Mapping (Shift+A &gt; Vector &gt; Mapping) entre Texture Coordinate e Image Texture, ajustar Scale em X e Y. Referência física: uma pedra de parede medieval tem 20-40 cm — quanto isso é em relação ao Asset 01?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recorrente. Ao adicionar o Image Texture, o estudante às vezes desfaz outros inputs. Verificar no Principled BSDF: Base Color conectado ao Image Texture, Metallic e Roughness com valores não-padrão coerentes com o material (ex: o Roughness 0.85 da pedra calibrado na Semana 5 continua lá?).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plano. Circular no estúdio caçando exatamente estes padrões. Para a sombra dura: orientar imagens de dia nublado / iluminação difusa; se a sombra for leve, suavizar com Dodge/Burn ou níveis antes do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(pedra seamless no Krita -&gt; Blender). Lembrar: hoje é crítica INFORMAL; o foco é ler costura e coerência temática no trabalho dos colegas.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Se o Asset 01 é parede de pedra medieval, a textura é pedra; se é caixa de metal Sci-Fi, é metal com ferrugem. Amarrar ao moodboard: não é "pedra genérica", é AQUELA pedra do tema. Nomenclatura: [Nome]_[material]_seamless_S06.png. Salvar o .kra nativo com as camadas — vai poupar trabalho na Semana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foto -&gt; Wrap Around mostra costura -&gt; Offset 50% -&gt; patch com Clone Stamp -&gt; verificar no Wrap Around -&gt; exportar PNG -&gt; Blender: nó Image Texture no Base Color -&gt; comparar com o Albedo plano da Semana 5. Deixar uma costura residual é didaticamente valioso: mostrar o ciclo Krita -&gt; Blender -&gt; Reload.
[!FIGURA]
Objetivo didático: dar à turma um alvo visual do resultado esperado e antecipar o layout de tela da demonstração.
Arquivo sugerido: assets/demo_seamless_krita_blender.webp
Descrição: tela dividida. À esquerda, o Krita com uma textura de pedra em Wrap Around (repetição em grade sem costuras). À direita, o Blender em Viewport Rendered com o Asset 01 recebendo a mesma textura de pedra no canal Albedo, sob HDRI neutra.
Como produzir: no Krita, finalizar uma pedra seamless e ativar o Wrap Around. No Blender, aplicar o PNG exportado ao Base Color do Principled BSDF do Asset 01 em Viewport Rendered. Capturar as duas telas e compô-las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costura é um problema técnico</dc:title>
  <dc:subject>PptxGenJS Presentation</dc:subject>
  <dc:creator>Created by Marp</dc:creator>
  <cp:lastModifiedBy>Created by Marp</cp:lastModifiedBy>
  <cp:revision>1</cp:revision>
  <dcterms:created xsi:type="dcterms:W3CDTF">2026-07-12T19:41:11Z</dcterms:created>
  <dcterms:modified xsi:type="dcterms:W3CDTF">2026-07-12T19:41:11Z</dcterms:modified>
</cp:coreProperties>
</file>