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V — Projeto Final e Apresentação. Crítica 🔴 FORMAL (CF6 / Projeto Final) — 40% da nota final, e a única semana em que TODOS os 10 critérios da rubrica recebem nota simultaneamente, incluindo C10 (Participação), até aqui só observado. Apostila: todos os capítulos — integração semestral. Mensagem central da capa: nas 16 semanas anteriores cada peça foi produzida isolada — UV, material, textura, bake, otimização, integração na Unity. Hoje nada tecnicamente novo é ensinado: pede-se ao estudante montar essas peças em uma narrativa coerente e defendê-la oralmente diante da turma e do professor. Esta mini aula deve ser breve e direta — o objetivo é reduzir ansiedade com clareza de formato, não adicionar conteúdo. Não prolongar além dos 20 min: o tempo de estúdio hoje é a própria defesa.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há técnica nova — é a integração de tudo que já foi produzido em uma narrativa defensável. A apresentação de 10+5 min alimenta C9; a justificativa técnica atravessa C1–C8; o feedback aos colegas alimenta C10; a reflexão semestral consolida a metacognição sobre o próprio aprendizado. Nada aqui exige produzir peça nova: exige curar e defender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Deixar 2–3 respostas da turma. Usar as respostas para introduzir a ideia central: uma boa defesa NÃO é mostrar tudo — é uma curadoria do próprio processo. Depois de 16 semanas produzindo, hoje vocês vão contar a história desse projeto para quem não acompanhou de perto. O que aparece primeiro é uma escolha editorial. Direcionar para o próximo slide: a apresentação é uma seleção, não um relatório completo das 17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Todas as 16 semanas anteriores produziram peças de um mesmo projeto integrador. A Semana 17 não ensina nada tecnicamente novo: pede que o estudante monte essas peças em uma narrativa e as defenda. É, ao mesmo tempo, o encerramento pedagógico da disciplina e a avaliação de maior peso do semestre (CF6, 40% via Projeto Final). Reforçar que o estudante chega hoje sem nenhuma entrega técnica nova a produzir — o kit já está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central da mini aula. Frase do plano: "Vocês não precisam explicar cada uma das 17 semanas. Escolham o que for mais representativo — a apresentação é uma escolha editorial, não um relatório completo." O erro que se quer prevenir (Possíveis Dificuldades nº 2): tentar mostrar tudo e estourar os 10 minutos. Parte da avaliação de C9 é justamente organizar a fala dentro do tempo dado. Preparar o próximo slide: a estrutura sugerida dos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1 da mini aula. O GitHub Action converte o mermaid em imagem — por isso o diagrama vai no markdown, não na nota. Detalhar a sequência do plano: (a) tema do kit e referência visual (1–2 min); (b) breakdown de processo — o que mudou da primeira versão até a final, com PELO MENOS um exemplo de feedback incorporado (2–3 min); (c) destaque técnico — 2 ou 3 decisões (UV, material, bake, otimização ou Unity) das quais o estudante mais se orgulha, explicando o porquê (3–4 min); (d) a cena final na Unity com os renders (2 min). Reforçar que a ordem é sugestão; o essencial é que o breakdown mostre evolução e que os destaques venham com justificativa.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Reforço do item 1 (parte b) e ligação com C1. A documentação de processo — moodboard, versões, anotações de crítica, checklists semanais (Instrumento 4) — sustenta C1. Perguntas de mediação do plano para provocar isso na defesa: "Você me mostrou o resultado final desse asset — me conta uma decisão que você tomou no meio do processo e depois mudou. O que te fez mudar?" e "Esse é o mesmo asset que eu vi na Semana 3 com o UV recém-aberto. O que mudou entre aquela versão e essa?". A trajetória do projeto precisa ser rastreável.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2 da mini aula. Frase do plano: "As perguntas de hoje são as mesmas que vocês já responderam nas cinco críticas formais anteriores — só que agora sobre o projeto inteiro. Vocês já treinaram isso a cada duas ou três semanas desde a CF1." Reforçar que tentativa de justificativa vale mais que silêncio — isso alimenta C10. As perguntas do professor priorizam justificativa técnica ("por que esse valor de roughness aqui?", "o que te fez escolher trim nesse elemento e atlas naquele?"), não sim/não. Tratar a defesa como conversa técnica, não como confronto.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da mini aula. Frase do plano: "Vocês já foram avaliados nesses critérios separadamente ao longo do semestre. Hoje é a primeira e única vez em que todos aparecem juntos, e a única vez em que a participação nas críticas também vira nota." Objetivo do slide: reduzir ansiedade (Possíveis Dificuldades nº 1) deixando claro que não há conteúdo novo sendo cobrado. A CF6 corresponde ao componente PF da fórmula NF = (PA × 0,40) + (CC × 0,20) + (PF × 0,40); C10 hoje também consolida o fechamento da nota de CC. Preparar o próximo slide: a tabela de pesos e o destaque de C5.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(continuação). Mostrar que C5 (Texturização) tem o maior peso — coerente com ser o núcleo da disciplina. Tabela de referência da Rubrica Mestre para a CF6 / PF: C1 10%, C2 12%, C3 8%, C4 12%, C5 14%, C6 8%, C7 8%, C8 12%, C9 8%, C10 8%. NÃO é média simples dos critérios e NÃO é a mesma ponderação do Portfolio de Artefatos (PA). O estudante não precisa decorar a tabela — precisa saber que texturização, direção artística, materiais e Unity concentram o peso, orientando o que priorizar no breakdown. Evitar transformar isto em aula de planilha: é orientação, não cobrança de memorização.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Frase do plano: "Se vocês se avaliaram em 4 num critério e eu observar um 3, isso não vira automaticamente uma nota mais baixa — vira uma pergunta na hora da defesa: 'me mostra a evidência que te fez pensar em nível 4 aqui'. É a mesma lógica de justificar decisões que vocês praticam desde a Semana 3." Divergência entre autoavaliação e avaliação do professor é material de diálogo técnico, não confronto (Possíveis Dificuldades nº 3). Tratar como oportunidade, não erro a corrigir publicamente. Comparar a autoavaliação com o feedback recebido é o objetivo 3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Erros mais frequentes, das Possíveis Dificuldades do plano (nº 2, 3, 4, 5). Ao circular na preparação, caçar exatamente estes. Para o tempo: usar cronômetro visível e interromper com gentileza ao final dos 10 min. Para a defensividade: reforçar que tentativa de raciocínio vale em C10. Para o problema técnico: exigir teste prévio de abertura dos arquivos (idealmente já feito na S16) e ter renders/screenshots exportados como apoio caso o projeto Unity não abra ao vivo — o foco da defesa é explicar o processo, não depender do arquivo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 do plano). Saber apresentar e justificar o próprio trabalho é competência central na área de jogos — art reviews, entrevistas e milestones exigem exatamente isso. Reforçar que o portfólio produzido ao longo do semestre é um artefato real de empregabilidade, não um exercício de sala. O objetivo do encerramento é consolidar a metacognição sobre o processo de aprendizagem, não só sobre o produto. Não intimidar com padrão inatingível — a demonstração usa um kit de referência para calibrar expectativas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volta na prática: a demonstração usa um kit de referência para calibrar o padrão esperado; o estúdio é a própria defesa (10+5 min por estudante, cronômetro visível). Lembrar: hoje é 🔴 CF6 / Projeto Final, 40% da nota final, e a última entrega avaliativa formal da disciplina. Nada do que é avaliado hoje é novo — é a integração do que já foi praticado desde a CF1. Reduzir ansiedade com clareza de formato é o objetivo desta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 bloco de demonstração de 20 min. Não há demonstração técnica nova nesta semana (conforme o cronograma). O professor usa o bloco para apresentar um Kit Modular completo de referência (coorte anterior ou kit próprio preparado antes), percorrendo: (3 min) contextualização como exemplo nível 4–5; (5 min) moodboard e coerência de direção artística → C2; (5 min) breakdown técnico UV, material PBR, textura com narrativa de desgaste, bake sem artefatos → C3, C4, C5, C6; (4 min) cena na Unity e renders → C7, C8; (3 min) estrutura da apresentação do exemplo → C9. Se não houver kit de coorte anterior, usar kit próprio ou documentação de portfólio profissional (com créditos), desde que cubra visivelmente os 10 critérios. O objetivo é calibrar expectativas, não intimidar. Depois disso, o estúdio inicia com 15 min de preparação final e o primeiro bloco de apresentações.
[!FIGURA]
Objetivo didático: antecipar o padrão esperado com um exemplo concreto, para a turma reconhecer o nível-alvo antes da própria defesa e da comparação com a autoavaliação.
Arquivo sugerido: assets/kit_referencia_breakdown.webp
Descrição: montagem de três painéis de um Kit Modular de referência — (1) moodboard e assets do kit lado a lado, mostrando coerência de direção artística; (2) breakdown técnico de um asset: UV layout, material PBR e textura com desgaste, com o bake sem seams; (3) a cena final montada na Unity sob luz baked, com um render em destaque.
Como produzir: usar um kit de coorte anterior ou de referência do professor. No Blender/3D Coat, capturar o moodboard, o UV editor e o material do asset; no Unity, capturar a cena montada com iluminação baked e um render final. Compor os três painéis no Krita, numerados 1–2–3, com rótulos "Direção Artística", "Breakdown Técnico" e "Cena Final".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Contar a história de um semestre</dc:title>
  <dc:subject>PptxGenJS Presentation</dc:subject>
  <dc:creator>Created by Marp</dc:creator>
  <cp:lastModifiedBy>Created by Marp</cp:lastModifiedBy>
  <cp:revision>1</cp:revision>
  <dcterms:created xsi:type="dcterms:W3CDTF">2026-07-12T19:41:05Z</dcterms:created>
  <dcterms:modified xsi:type="dcterms:W3CDTF">2026-07-12T19:41:05Z</dcterms:modified>
</cp:coreProperties>
</file>