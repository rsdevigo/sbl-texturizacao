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promessa da disciplina. Não é uma sequência de exercícios soltos — é um projeto que acompanha o semestre inteiro. Fixar essa ideia agora reduz a ansiedade por "conteúdo técnico" na primeira semana.
FIGURA (produzir) — assets/kit_modular_exemplo.webp
Objetivo: mostrar visualmente o que é um kit modular, para o estudante entender a meta do semestre logo no primeiro dia.
Descrição: uma pequena cena de ambiente montada a partir de peças repetidas (paredes, chão, pilar, detalhe), com as peças individuais destacadas ao lado.
Como produzir: no Blender, montar 4–5 assets simples de um tema (ex.: medieval) e renderizar duas versões — a cena completa e as peças separadas com Viewport Shading em Material Preview. Exportar como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detalhar cada objetivo agora — eles voltarão ao longo da aula. O objetivo 4 (definir o tema) é o entregável central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rápidas da turma antes de apresentar o conceito. Não corrigir — usar as respostas como ponte para os próximos slides. A intuição costuma ser: cor é "o que se vê", material é "do que é 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Enfatizar que textura é dado visual "colado" na superfície. Ainda não falar em tipos de mapa (isso vem nas próximas semanas). Manter no nível conceitual.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Material é o "recipiente"; textura é o "conteúdo". Essa relação hierárquica será importante quando chegarmos ao PBR. Não abrir o Principled BSDF ainda em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como duas abordagens complementares, não rivais. Na disciplina o foco será raster/PBR pintado no 3D Coat, mas o estudante deve saber que a procedural existe. Evitar aprofundar em nós procedurais.
FIGURA (produzir) — assets/raster_vs_procedural.webp
Objetivo: contrastar visualmente uma textura raster (pixelada ao ampliar) com uma procedural (nítida em qualquer escala), tornando a diferença concreta.
Descrição: duas metades lado a lado da mesma superfície ampliada — à esquerda uma textura raster mostrando pixels; à direita uma textura procedural (ruído/xadrez) permanecendo nítida.
Como produzir: no Blender, criar um plano com duas imagens — uma raster de baixa resolução ampliada e um nó procedural (Noise/Checker). Renderizar um close comparativo. Krita pode montar a divisão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Cada software tem um papel específico e nenhum substitui o outro. Blender modela e abre UV; 3D Coat pinta os materiais PBR; Unity integra ao jogo. Não detalhar UV ou PBR agora — apenas nomear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a troca entre ferramentas especializadas é normal na produção profissional. Se surgirem perguntas técnicas avançadas sobre PBR ou UV, responder: "Vamos chegar nisso na semana X."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tema é o dispositivo pedagógico da disciplina. Ele será escolhido nesta semana e acompanhará todos os exercícios. Temas repetidos entre estudantes não são problema — enriquecem as críticas.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consigna central do estúdio de hoje. Artistas profissionais passam dias nesta etapa antes de abrir qualquer software. Reforçar o peso da escolha visual.
FIGURA (produzir) — assets/moodboard_exemplo.webp
Objetivo: mostrar um exemplo de moodboard bem organizado para o estudante entender o padrão esperado do entregável.
Descrição: um painel de referências temático (ex.: pós-apocalíptico) com 10+ imagens agrupadas por ambiente, textura de close-up, iluminação e assets, montado no PureRef.
Como produzir: montar no PureRef um painel real de um tema, agrupando referências por categoria. Exportar a visão geral como imagem. Alternativamente, Figma ou Google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as duas dificuldades mais frequentes. Estratégia de mediação: pedir que o estudante retire tudo que não consegue justificar em 10 segundos, e estreitar o tema com perguntas de período, clima e estado de conservação dos materiais.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Útil para estudantes paralisados pela quantidade de opções. Sugerir que listem 3 jogos ou filmes favoritos e identifiquem o ambiente mais recorrente.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A reunião de kickoff de um projeto real de arte segue a mesma lógica da escolha de tema desta semana — moodboard, referências e justificativa antes de qualquer produção. Amarra ao restante do semestre: o tema escolhido hoje é o que sustenta a coerência avaliada em C2 (Direção Artística) até a Semana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Não é preciso reler tudo — apontar que cada item voltará aplicado ao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Deixar claro que é orientação espacial, não tutorial — o estudante só precisa reconhecer esses espaços. O mapeamento UV será ensinado na Semana 2.
FIGURA (produzir) — assets/blender_workspaces_tour.webp
Objetivo: orientar visualmente onde ficam os três espaços do Blender mostrados na demonstração.
Descrição: captura da interface do Blender com três áreas destacadas e rotuladas — Shading Workspace (node editor), UV Editor e o seletor de Viewport Shading (Solid / Material Preview / Rendered).
Como produzir: abrir o Blender com um modelo simples já mapeado, capturar a interface e adicionar rótulos/setas nas três áreas usando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2026-08-07T00:17:20Z</dcterms:created>
  <dcterms:modified xsi:type="dcterms:W3CDTF">2026-08-07T00:17:20Z</dcterms:modified>
</cp:coreProperties>
</file>