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Marcar que hoje é a segunda Crítica Formal do semestre (CF2), fechando a Unidade II. É a mesma peça em jogo desde a Semana 3 — hoje o material fica tecnicamente completo e pronto para a 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Recapitular em uma frase. Não reabrir o conteúdo técnico do bake da Semana 7 — isso já foi ensinado. Só situar o que falta.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Os cinco primeiros objetivos são o trabalho técnico da semana; o sexto é a própria CF2.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Vocês já têm Color, Roughness e Normal ativos desde a semana passada. Conduzir a turma a perceber que falta: (1) o Metallic, ainda não trabalhado a fundo; (2) mais uma camada de detalhe intencional; (3) a exportação de tudo como imagem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Recapitulação rápida de 1 min antes do conteúdo novo (SSS e combinação de camadas).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Para a maioria dos Hero Assets do kit (pedra, metal, madeira, concreto) o SSS não se aplica — e não pintar nada nesse canal é a decisão fisicamente correta, não uma omissão.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Se ao desligar a máscara o material sumir ou virar outra coisa, ela está fazendo trabalho demais sozinha. Como é uma única peça este semestre, vale ir além do mínimo: segunda camada de detalhe focal, revisar intensidade isoladamente no Render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Manter o ritmo desta mini aula curto — o conteúdo novo real é o SSS e a lógica de combinação de camadas; o resto é consolidação. Priorizar tempo de demonstração e estúdio.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Amarrar a C4 (Materiais PBR) e C5 (Texturização) — critérios centrais da CF2 de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Fechar a mini aula amarrando os conceitos antes da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Transição para os 20 min de demonstração. Passo a passo: (1) camada de detalhe focal no Color, (2) Metallic Fill preto/branco conforme material — transição nítida, não gradiente, (3) revisão do Roughness ligando/desligando camadas, (4) exportação: File → Export Textures, PNG 1024×1024, os 4 mapas, (5) Blender: 4 nós Image Texture, Albedo em sRGB, os demais em Non-Color, nó Normal Map obrigatório entre o Image Texture do Normal e o Principled BSDF.
[!FIGURA]
Objetivo didático — Mostrar o resultado final: quatro mapas PNG exportados lado a lado e o node tree do Blender com a conexão correta, incluindo o nó Normal Map.
Arquivo sugerido — assets/demo_exportacao_4_mapas.webp
Descrição — Captura de tela combinando (1) os quatro arquivos PNG exportados (Albedo, Roughness, Metallic, Normal) visíveis no explorador de arquivos, e (2) o Shader Editor do Blender com os quatro nós Image Texture conectados ao Principled BSDF, incluindo o nó Normal Map intermediário.
Como produzir — Capturar no explorador de arquivos após a exportação de demonstração e no Blender após a reconexão do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Divisória entre a mini aula e o estúdio. Os slides a seguir ficam projetados durante a produção — servem de consigna e timebox visíveis, apresentados um a um conforme a etapa correspondente começa.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Encontro 1. Se houver tempo: testar uma segunda camada de detalhe em outra área, comparando o peso relativo das duas.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Para quem tiver elemento orgânico/translúcido: localizar o canal Subsurface e testar 0.05–0.15, avaliando no Render Room antes de decidir se mantém.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Verificar no Render Room ligando/desligando cada camada — a contribuição de cada uma deve ser visível.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Encerramento do Encontro 1. Distribuir a Autoavaliação agora, se ainda não foi distribuída — é pré-requisito para a Crítica Formal do Encontro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Abertura do Encontro 2. Quem não tiver autoavaliação preenchida: 5 min emergenciais antes de começar. Turmas grandes: sortear 3-4 para apresentar formalmente, avaliar os demais pela Ficha de Crítica.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Se sobrar tempo: revisar o canal Subsurface (quando aplicável) e comparar com o moodboard uma última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Confirmar no explorador de arquivos que os quatro PNGs foram gerados com tamanho esperado.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Verificar Color Space de cada nó — só o Albedo em sRGB, todos os outros em Non-Color. Erro silencioso: material roda sem erro, mas com aparência errada.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Fechamento (10 min): "Hoje vocês fecharam a Unidade II: um material PBR completo, funcionando igualmente bem nas duas trilhas." Ponte: na Semana 9, texturização artística — edge wear, dirt e leitura de silhueta, sobre o mesmo Hero Asset 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Texturização</dc:title>
  <dc:subject>PptxGenJS Presentation</dc:subject>
  <dc:creator>Created by Marp</dc:creator>
  <cp:lastModifiedBy>Created by Marp</cp:lastModifiedBy>
  <cp:revision>1</cp:revision>
  <dcterms:created xsi:type="dcterms:W3CDTF">2026-10-10T20:47:11Z</dcterms:created>
  <dcterms:modified xsi:type="dcterms:W3CDTF">2026-10-10T20:47:11Z</dcterms:modified>
</cp:coreProperties>
</file>