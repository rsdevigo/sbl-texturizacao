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Terceira Crítica Formal do semestre (CF3) — encerra a Unidade II. Mensagem central: até a Semana 7, o material vivia dentro do Blender como rede de nós procedurais. Hoje os estudantes cruzam para uma ferramenta dedicada de texturização — o 3D Coat — onde o material passa a ser pintado, canal por canal, e exportado como imagens reais (PNG). Manter o ritmo: os canais PBR já são conhecidos desde a Semana 5, o foco de hoje é a ferramenta e o fluxo, não os conceitos.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Normal Map baked (Semana 11) nem pintura artística de desgaste (Semana 9) — hoje o 3D Coat aparece pela primeira vez, com os três canais básicos. O objetivo 5 já prepara para a demonstração e para 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Deixar a turma responder brevemente. Resposta esperada: os nós procedurais (Noise, Bump, ColorRamp) funcionam só dentro do Blender — para exportar para a Unity é preciso ter mapas de imagem reais (PNG/TGA). Confirmar e revelar: o 3D Coat é a ferramenta que gera esses mapas, pintando diretamente sobre a malha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a diferença fundamental antes de qualquer detalhe de interface. Os estudantes já sabem o que Albedo, Roughness e Metallic representam desde a Semana 5 — hoje muda apenas COMO essa informação é criada e armazenada.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 Coat recebe a malha com UV do Blender e devolve mapas de imagem que representam cada canal PBR. Esses mapas voltam ao Blender (para conferência) ou vão direto para a Unity. Reforçar: esta é a posição exata do 3D Coat no pipeline da disciplina — não substitui o Blender, entra depois do UV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 Coat organiza o trabalho em "Rooms" especializadas. No workflow da disciplina, o UV Room é usado apenas para conferência — a abertura de UV acontece no Blender (Semanas 2-4). O Render Room será usado ao longo da demonstração para checar o efeito de cada camada pintada.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 mais estranho para quem vem do Krita/Photoshop puro. O artista escolhe qual canal está ativo no momento de pintar, mas a pilha de camadas (ordem, blend mode, opacidade) é a mesma para todos os canais. Essa distinção evita o erro mais comum da aula: pintar no canal errado. SSS não foi abordado na Semana 7 (ficou reservado para hoje, de propósito, para não sobrecarregar a mini-aula de Normal Map/procedural) — aqui entra apenas de forma breve e conceitual, sem cobrança prática: localizar o canal na interface é suficiente para quem tiver um elemento orgânico no kit (flor, folha, tecido, vela, cristal).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Exportar como .obj (com UV Coords marcado) ou .fbx. Importar em Per Pixel Painting. Pintar Color, depois Roughness, depois Metallic — nessa ordem. Exportar como PNG e reconectar no Principled BSDF, lembrando do Color Space Non-Color para os mapas de dado.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1 da demonstração. Reforçar que o 3D Coat detecta o UV automaticamente se o export estiver correto. Workflow errado (Specular/Glossiness) muda a lógica dos canais pintados mais adiante — confirmar sempre Metalness PBR neste pipeline.
[!FIGURA]
Objetivo didático: mostrar a janela de importação do 3D Coat para que os estudantes reconheçam as opções antes de tentar sozinhos no estúdio.
Arquivo sugerido: assets/importacao_per_pixel.webp
Descrição: captura de tela da janela "Import for Per-Pixel Painting" do 3D Coat, com o campo de resolução marcado em 1024x1024 e o seletor de workflow em "Metalness PBR" destacado.
Como produzir: no 3D Coat, abrir File → Import for Per-Pixel Painting com um asset de demonstração, capturar a janela de importação antes de confirmar, destacar os dois campos citados com uma seta ou contorno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3 do estúdio. A camada de variação é o que evita o "look" de cor sólida perfeita — nenhuma superfície real é assim. Pedra: cinza; madeira: marrom; metal: cinza escuro frio. Adaptar ao tema do kit de cada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4. Pedra e madeira não-polidas ficam em torno de 0.6-0.8 na base. As arestas e pontos de contato mais usados recebem roughness mais baixo — reflexo do desgaste físico por uso. Esse é o mesmo raciocínio de "onde a luz revela a história do objeto" que retorna nas Semanas 9-10.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5. Para a maioria dos kits (Medieval, Fantasia, pós-apocalíptico), pedra e madeira ficam em Metallic 0 sem pintura adicional. Reservar o Metallic 1 apenas para metal exposto, com preto pintado nas áreas de ferrugem ou tinta.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final do fluxo. Regra fixa a repetir sempre: só o Albedo fica em sRGB; todo mapa de DADO (Roughness, Metallic, Normal, AO) vai em Non-Color. Manter o Normal Map procedural da Semana 7 conectado — o 3D Coat ainda não gerou Normal Map nesta semana (isso vem no bake, 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às Possíveis Dificuldades do plano de aula. Circular no estúdio caçando exatamente estes padrões: conferir o indicador de canal ativo, abrir o Render Room isolando o Roughness, e verificar as ilhas de UV no UV Room se a malha aparecer estranha.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e no estúdio. Lembrar: hoje é Crítica Formal (CF3) sobre o material das Semanas 5-7 — os primeiros resultados do 3D Coat entram só como contexto, não como foco avaliativo desta crítica.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de 50 minutos. Não precisa estar terminado — o segundo encontro tem mais 60 minutos de estúdio. Nomenclatura esperada: [Nome]_Asset01_S08.3b. Lembrar de distribuir a autoavaliação ao final deste encontro — é pré-requisito da crítica formal do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asset de demonstração (parede ou caixa) → reconhecer Layers, Toolbar, canais ativos → pintar Base_Color + variação → pintar Base_Roughness + desgaste em arestas → exportar Albedo/Roughness/Metallic → conectar no Blender e comparar com o material de nós da Semana 7. Priorizar Albedo e Roughness se o tempo apertar; Metallic pode ficar como valor único no Principled BSDF.
[!FIGURA]
Objetivo didático: antecipar o layout de tela da demonstração para que a turma acompanhe a comparação entre as duas ferramentas.
Arquivo sugerido: assets/demo_3dcoat_pipeline.webp
Descrição: tela dividida. À esquerda, o Paint Room do 3D Coat com o painel de Layers visível (camadas Base_Color, Variacao_Cor, Base_Roughness, Roughness_Desgaste) sobre um asset de parede de pedra. À direita, o Shader Editor do Blender com o material da Semana 7 e o Viewport Rendered mostrando o resultado.
Como produzir: no 3D Coat, montar as camadas citadas em um asset de demonstração e capturar o Paint Room com o painel de Layers aberto; no Blender, abrir o material de nós da Semana 7 lado a lado. Compor as duas capturas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nó ao mapa pintado</dc:title>
  <dc:subject>PptxGenJS Presentation</dc:subject>
  <dc:creator>Created by Marp</dc:creator>
  <cp:lastModifiedBy>Created by Marp</cp:lastModifiedBy>
  <cp:revision>1</cp:revision>
  <dcterms:created xsi:type="dcterms:W3CDTF">2026-07-14T11:43:16Z</dcterms:created>
  <dcterms:modified xsi:type="dcterms:W3CDTF">2026-07-14T11:43:16Z</dcterms:modified>
</cp:coreProperties>
</file>