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Esta é a segunda Crítica Formal do semestre (CF2) — após a Semana 4 — e encerra a Unidade II. Mensagem central: a Semana 7 já fez a migração completa para o 3D Coat e já deu ao Asset 01 profundidade real via bake de AO/Curvature e Normal pintado no canal Depth. Hoje não se reintroduz a ferramenta — aprofunda-se o que já está em andamento: mais controle de camada, o canal Metallic, e o fechamento com a exportação dos quatro mapas PBR (Albedo, Metallic, Roughness e Normal, todos vindos do 3D Coat), reconectados no Blender sem nenhum nó procedural remanescente.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A turma já domina a mecânica básica do 3D Coat desde a Semana 7 — esta mini-aula não reapresenta a ferramenta. O Normal Map já foi bakeado a partir do Depth pintado na Semana 7; hoje ele é exportado junto com os demais mapas pela primeira vez. O objetivo 6 (apresentação na crítica formal) fica para 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da mini aula. Conduzir a turma a perceber que falta: (1) o Metallic, ainda não trabalhado a fundo; (2) mais uma camada de detalhe intencional sobre o que já existe; (3) a exportação de tudo isso como imagem real, incluindo o Normal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Recapitulação rápida (1 min) — conceito já visto na Semana 7, não precisa de tempo de demonstração aqui. Serve só para reancorar por que a exportação de hoje fecha o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Recapitulação visual. O 3D Coat recebe a malha com UV do Blender e devolve mapas de imagem que representam cada canal PBR — hoje, os quatro. Esses mapas voltam ao Blender (para conferência) ou vão direto para a 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estrutura de camadas (uma camada, vários canais) já é conhecida desde a Semana 7 — hoje entra especificamente o canal Subsurface, que ainda não tinha sido ativado. Não há cobrança prática de pintura no SSS para quem não tem elemento orgânico no kit — localizar o canal na interface já é suficiente.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refinamento desta semana consiste em ajustar o peso relativo dessas três camadas — nenhuma delas sozinha deveria contar toda a história do material. Esta é a lógica central da mini-aula, junto com o SSS.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 a mini-aula antes da demonstração. Este pacote de três passos é o roteiro exato que será repetido na demonstração e nos dois estúdios do dia.
[!FIGURA]
Objetivo didático: um diagrama visual (substituindo o antigo fluxo de três canais da Semana 7) mostrando os três passos — Refinar → Exportar quatro mapas → Conectar — com destaque para o Normal como novidade da semana.
Como produzir: regenerar o mermaid do pipeline da aula com os quatro mapas explícitos (Albedo, Roughness, Metallic, Normal) e publicar como assets/mermaid-3.png; até lá, apresentar esta etapa apenas com a lista acima.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1 da demonstração / Etapa 1 do Estúdio 1. A camada de detalhe precisa concordar com a máscara de baixo, não competir com ela — se as duas contarem histórias diferentes de desgaste, o material perde coerência.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2 da demonstração / Etapa 2 do Estúdio 1. Para a maioria dos kits (Medieval, Fantasia, pós-apocalíptico), pedra, madeira e concreto ficam em Metallic 0 sem exceção. Reservar o Metallic 1 apenas para metal exposto, com preto pintado nas áreas de ferrugem ou tinta usando a máscara de Curvature como guia.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3 da demonstração / Etapa 3 do Estúdio 1. No Encontro 2, esta revisão pode ganhar uma camada adicional `Roughness_Sujeira` (Multiply, 40–50%, pintada em áreas côncavas com valor mais alto) para incorporar o feedback da crítica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4 e 5 da demonstração. Regra fixa a repetir sempre: só o Albedo fica em sRGB; todo mapa de DADO (Roughness, Metallic, Normal) vai em Non-Color. O nó Normal Map é obrigatório entre o Image Texture do Normal e o Principled BSDF — é um erro silencioso, o material roda sem erro mas com aparência 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Alinhado às Possíveis Dificuldades do plano de aula. Circular no estúdio caçando exatamente estes três padrões, e um quarto ponto de checagem: os quatro mapas foram de fato exportados, conferindo no explorador de arquivos — não só na confirmação do 3D Coat.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Amarra à Semana 16, onde o mesmo tipo de inversão de canal (Roughness vs. Smoothness) reaparece na 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Hoje é a segunda Crítica Formal do semestre (CF2) — após a Semana 4 — e encerra a Unidade II. O objeto da crítica é o trabalho das Semanas 6–7 consolidado; o refinamento feito no Estúdio 1 pode entrar como contexto, mas o foco avaliativo é o estado consolidado do material nas duas trilhas visuais (fotorrealista e estilizada).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de 50 minutos. Não precisa ser a versão final — o Encontro 2 tem mais 60 minutos de estúdio, incluindo a reconexão completa no Blender. Nomenclatura esperada: [Nome]_Asset01_S08.3b e pasta [Nome]_Asset01_Mapas_S08/. Lembrar de distribuir a autoavaliação ao final deste encontro — é pré-requisito da crítica formal (CF2) do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abrir o arquivo de demonstração da Semana 7 → refinar Color com camada de detalhe → preencher Metallic (pedra = preto, metal = branco com ferrugem) → revisar Roughness combinado → exportar os quatro mapas → conectar no Blender (quatro Image Texture + nó Normal Map) e comparar com o estado anterior.
[!FIGURA]
Objetivo didático: antecipar o layout de tela da demonstração para que a turma acompanhe a comparação entre refinamento no 3D Coat e reconexão no Blender.
Arquivo sugerido: assets/demo_3dcoat_pipeline.webp
Descrição: tela dividida. À esquerda, o Paint Room do 3D Coat com o painel de Layers visível (camadas Base_Color, Detalhe_Cor, Metallic, Roughness base/desgaste/sujeira) sobre um asset de parede de pedra. À direita, o Shader Editor do Blender com quatro nós Image Texture (Albedo, Roughness, Metallic, Normal), o nó Normal Map, e o Viewport Rendered mostrando o resultado final.
Como produzir: no 3D Coat, montar as camadas citadas em um asset de demonstração e capturar o Paint Room com o painel de Layers aberto; no Blender, montar o node tree com os quatro Image Texture + Normal Map + Principled BSDF. Compor as duas capturas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Quatro mapas, um material</dc:title>
  <dc:subject>PptxGenJS Presentation</dc:subject>
  <dc:creator>Created by Marp</dc:creator>
  <cp:lastModifiedBy>Created by Marp</cp:lastModifiedBy>
  <cp:revision>1</cp:revision>
  <dcterms:created xsi:type="dcterms:W3CDTF">2026-09-11T14:21:30Z</dcterms:created>
  <dcterms:modified xsi:type="dcterms:W3CDTF">2026-09-11T14:21:30Z</dcterms:modified>
</cp:coreProperties>
</file>