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Abertura da mini aula (20 min). Unidade III — Pintura Digital e Bake. Crítica 🔵 Informal nesta semana. Mensagem central: na Semana 9 os estudantes aprenderam a pintar desgaste à mão livre (edge wear, dirt, scratches) no Asset 01. Hoje entra uma nova FORMA de adicionar detalhe: o stencil. Não é técnica concorrente com a pintura livre — é complementar. Se a pintura livre é desenhar à mão, o stencil é um gabarito com controle total de posição, escala e ângulo. O foco desta semana migra do Asset 01 (desgaste orgânico) para o Asset 02 (detalhe específico e temático via stencil). Deixar claro na capa a metáfora que guia a aula: alpha = carimbo; stencil = molde parado enquanto se passa a tinta por cima.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Ler rápido. Não antecipar bake de Normal/AO/Curvature (Semana 11) nem trim sheets/atlas (Unidade IV). Hoje é detalhe estampado com intenção, usando o 3DCoatTextura já conhecido da Semana 8 e a pintura livre da Semana 9. O objetivo 4 (decisão projetual) é o coração da aula — o stencil é ferramenta de precisão, não de conveniência. Reforçar que a técnica é simples; a decisão de onde e por que aplicar é o que importa.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Pergunta de abertura. Exibir duas imagens lado a lado da MESMA superfície de pedra: à esquerda, rachaduras pintadas à mão com brush (orgânicas, imprecisas); à direita, rachaduras aplicadas por stencil (precisas, definidas, reproduzíveis). Perguntar: "Qual parece mais natural? Em que contexto cada uma faz mais sentido?". Deixar 2-3 respostas. Direcionar: stencil não é melhor nem pior que pintura livre — é uma ferramenta diferente para uma necessidade diferente. Padrão específico, reproduzível e controlado → stencil. Orgânico, único e irregular → pintura livre. O objetivo da semana é usar as duas juntas.
[!FIGURA]
Objetivo didático: materializar a distinção central da aula — precisão controlada (stencil) versus irregularidade orgânica (pintura livre) — antes de qualquer explicação de menu.
Arquivo sugerido: assets/rachadura_brush_vs_stencil.webp
Descrição: comparação lado a lado da mesma superfície de pedra. À esquerda, rachadura pintada à mão livre com brush, com traços irregulares e bordas imprecisas. À direita, a mesma rachadura aplicada por stencil, com forma definida, ramificações nítidas e bordas limpas.
Como produzir: no 3DCoatTextura, no asset de pedra de demonstração, pintar uma rachadura à mão livre no canal Color e capturar o Render Room; em seguida, aplicar um stencil de rachadura e capturar no mesmo ângulo e iluminação. Compor as duas capturas lado a lado no Krita.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Revisão rápida. A Semana 9 desenvolveu a linguagem do desgaste por pintura livre no Asset 01. Reforçar que essas técnicas continuam válidas — o stencil não as substitui, soma-se a elas. O foco desta semana passa para o Asset 02, que recebe detalhe específico e temático via stencil. Lembrar de revisitar o moodboard do kit antes de escolher o stencil: a decisão vem das referências, não da coleção disponível.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A distinção mais importante da aula — e a fonte do erro mais comum de interface (usar o painel de Alphas em vez do de Stencils). O alpha se repete ao longo da pincelada; o stencil permanece fixo no espaço 3D independentemente de onde o brush passa. No 3DCoatTextura, o stencil fica no painel Stencils (aba lateral) e é ativado/desativado com a tecla S. Com o stencil ativo, qualquer brush obedece ao gabarito. Deixar a metáfora carimbo/molde bem fixada — ela resolve a confusão no estúdio.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Este é o percurso completo que a demonstração e o estúdio seguem. Cinco etapas: obter a fonte (biblioteca do professor ou criação no Krita) → carregar no painel Stencils → posicionar com intenção → pintar em pelo menos dois canais → integrar suavizando as bordas. O GitHub Action converte o mermaid em imagem. Não deixar o diagrama grande — cinco nós em linha bastam para ancorar a estrutura da aula.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O estudante não precisa depender só da coleção fornecida pelo professor. Reforçar que qualquer imagem em escala de cinza pode virar stencil. A convenção fundo preto / detalhe branco é o que faz o stencil funcionar no modo Multiply — importante para não inverter o resultado. A coleção da disciplina está organizada por categoria (rachaduras, corrosão, símbolos/padrões). Próximo slide detalha a criação no Krita.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Explicar o PORQUÊ de cada passo, não só o clique. O contraste alto separa o detalhe (rachadura) do fundo; a conversão para grayscale garante que o 3DCoatTextura leia o gabarito como máscara; o PNG 1024 é resolução suficiente para a maioria dos detalhes. Na demonstração este bloco leva ~4 min mas tem alto valor pedagógico: mostra ao estudante que ele não está limitado à biblioteca pronta. Opcional: Filters → Edge Detection para extrair só as bordas.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O coração da aula. A pergunta que o estudante faz ANTES de abrir o stencil: "Esse detalhe precisa ser específico e controlado, ou pode ser orgânico e irregular?". Se específico → stencil. Se orgânico → brush. Insistir: o stencil responde a uma necessidade do tema (rachadura, símbolo, corrosão, padrão de uso) — nunca é aplicado aleatoriamente. Este slide sustenta o critério C5 (Texturização) e a mediação circulante do estúdio: "O que esse objeto sofreu que deixaria essa marca específica?".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Segundo erro-chave depois da integração: posicionamento aleatório. Rachaduras no meio de uma superfície plana sem fissuras ao redor denunciam falta de lógica narrativa. Demonstrar que o stencil permanece fixo enquanto se muda de face reforça a natureza de "gabarito no espaço" (não segue o brush). A incapacidade do estudante de justificar a posição é o sinal a caçar na circulação. Controles no 3DCoatTextura: Drag move, Ctrl+Drag escala, Shift+Drag rotaciona; tecla S ativa/desativa.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O erro mais comum de todos: stencil sem integração de bordas, resultando em efeito "colado sobre". A suavização de bordas NÃO é etapa opcional de finalização — é parte do fluxo. E o detalhe precisa ressoar em outros canais: pintar o stencil também no Roughness (fratura de pedra = mais rugosa; símbolo entalhado = pode ser polido nas bordas; corrosão = muito rugosa). O protocolo do estúdio exige aplicação em DOIS canais (Color e Roughness) — se só existir Stencil_Color, o trabalho está incompleto.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Nomenclatura como na Semana 9 — critério C1 (Processo de Projeto) na rubrica. Camadas nomeadas por função, nunca "Layer 1". O mesmo gabarito gera duas camadas (Color e Roughness); o Dirt integra o detalhe ao contexto (sujeira acumula dentro da rachadura, ao redor do símbolo). Salvar como [Nome]_Asset02_S10.3b. Screenshot do Paint Room com painel de Stencils e camadas nomeadas visível é evidência de aprendizagem.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Os três erros mais frequentes, alinhados às Possíveis Dificuldades do plano de aula. Circular no estúdio caçando exatamente estes padrões. Incongruência: antes de carregar, o estudante responde em voz alta "esse detalhe acontece nesse material, nesse universo?". Bordas: verificar ativamente se a suavização foi feita antes de liberar o estudante. Só no Color: conferir o painel de camadas — sem Stencil_Rough, incompleto. Um quarto erro a mencionar oralmente: usar o painel de Alphas em vez do de Stencils (o detalhe se repete no traço em vez de ficar fixo).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Contextualizar o valor profissional. Stencils e alphas reutilizáveis compõem parte do capital técnico de um estúdio, tanto quanto os assets finais. Amarra à Semana 13 (Texture Atlas): a lógica de reaproveitar um recurso entre múltiplos contextos, aprendida aqui com stencils, volta lá aplicada a texturas inteiras.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Amarrar a mini aula antes da demonstração. Cada item retorna na demonstração ao vivo (carregar → posicionar → Color → Roughness → integrar → criar no Krita) e no estúdio (Asset 02 recebe o detalhe de stencil). Lembrar: semana de crítica 🔵 Informal — sem nota, mas o professor registra evidências de C5 e C2 para calibrar a CF3 (Semana 11). O Asset 02 precisa sair desta semana em estado de apresentação.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Transição para a demonstração de 20 min. Sequência: asset de pedra com três camadas base → Import Stencil de rachadura → posicionar saindo de uma aresta em direção ao centro → Stencil_Rachadura_Color (interior mais claro) → Stencil_Rachadura_Rough (fratura mais rugosa + micro-trincas) → criar stencil no Krita a partir de foto → integrar bordas com brush 10%. Verificar cada etapa no Render Room. Não demonstrar bake nem trim sheet — fora do escopo desta semana.
[!FIGURA]
Objetivo didático: antecipar o resultado esperado da demonstração para que a turma reconheça o alvo visual antes de produzir no estúdio.
Arquivo sugerido: assets/demo_stencil_rachadura.webp
Descrição: captura do Render Room do 3DCoatTextura mostrando o asset de pedra com uma rachadura aplicada por stencil, saindo de uma aresta em direção ao centro — interior mais claro no Color e superfície mais rugosa no Roughness, com micro-trincas irradiando. Painel de Stencils visível à lateral com o gabarito carregado e o painel de Layers com Stencil_Rachadura_Color e Stencil_Rachadura_Rough nomeadas.
Como produzir: no 3DCoatTextura, aplicar o stencil de rachadura no asset de demonstração seguindo o percurso da demonstração (Color + Roughness + integração de bordas); abrir o Render Room com iluminação HDR e capturar em ângulo que mostre a rachadura na aresta, com os painéis de Stencils e Layers abertos.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 carimbo e o molde</dc:title>
  <dc:subject>PptxGenJS Presentation</dc:subject>
  <dc:creator>Created by Marp</dc:creator>
  <cp:lastModifiedBy>Created by Marp</cp:lastModifiedBy>
  <cp:revision>1</cp:revision>
  <dcterms:created xsi:type="dcterms:W3CDTF">2026-10-10T20:46:03Z</dcterms:created>
  <dcterms:modified xsi:type="dcterms:W3CDTF">2026-10-10T20:46:03Z</dcterms:modified>
</cp:coreProperties>
</file>