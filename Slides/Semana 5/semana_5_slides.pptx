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Semana de transição: fecha a Unidade I revisando o UV a partir do feedback da CF1 e abre a Unidade II com a primeira aproximação a materiais PBR. NÃO há crítica formal nesta semana — é um encontro de ajuste e abertura, sem instrumento de avaliação. A CF1 (Semana 4) já avaliou C3 formalmente; a próxima crítica formal, a CF2, só acontece na Semana 8. Pela primeira vez os estudantes saem do UV Editor e entram no Shader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dois primeiros objetivos fecham a Unidade I (UV); os demais abrem a Unidade II (PBR). Não há nota nesta semana — o professor observa C1, C3 e C4 informalmente, alimentando o acompanhamento que será avaliado formalmente na CF2 (Semana 8). Não antecipar texturas seamless (Semana 6) nem Normal Map (Semana 7): o foco de hoje é o valor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Parte 1 da mini aula (~8 min). Objetivo: relembrar Stretch Overlay, texel density e Pack Islands o suficiente para que os estudantes ajam sobre o feedback da CF1 sem precisar de uma aula nova. Abrir dizendo: "Vocês já viram tudo isso na Semana 4. Hoje não é aula nova de UV — é a correção do que a crítica formal apontou."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no quadro/projetor, não uma aula nova. Serve apenas para destravar a correção guiada pelo feedback já recebido. Estudantes que trabalharam em outros softwares podem confundir intuições — reforçar verbalmente a leitura das cores do Stretch Overlay.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 conceitual de apoio à correção ao vivo (Demonstração Parte 1, ~5 min): abrir um arquivo de prática com distorção evidente, aplicar Average Islands Scale e Pack Islands, comparar antes/depois. "Isso é exatamente o que vocês vão fazer com o feedback da própria CF1 daqui a pouco."
[!FIGURA]
Não existe hoje um arquivo de imagem para este slide — mantido texto-somente. Se for produzida uma nova figura, um bom candidato é um par de capturas de Stretch Overlay lado a lado (antes da correção / depois da correção) do mesmo asset, para reforçar visualmente a comparação.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Parte 2 da mini aula (~12 min). Objetivo: criar o entendimento de que PBR não é um estilo visual, mas um modelo matemático de como a luz se comporta ao tocar superfícies. O UV revisado agora é o endereço onde os mapas PBR das próximas semanas vão morar.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Abrir com esta pergunta. Aguardar 2-3 respostas (vão citar: pintar highlight na textura, mapa especular, ajustar no motor). Confirmar que todas estavam certas — e então mostrar o problema no próximo slide: highlight embutido só funciona com a luz no ângulo certo.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Revelar após as respostas da turma. Fixar: antes de ~2013, o artista embutia luz, sombra e reflexo na textura difusa. Funcionava com câmera e iluminação fixas. Em qualquer outro ângulo, o material quebrava. Isso motiva a virada do PBR.
[!FIGURA]
Este arquivo ainda não existe em assets/ — precisa ser produzido antes da aula.
Objetivo didático: mostrar visualmente por que o highlight pintado falha, motivando a necessidade do PBR.
Arquivo sugerido: assets/highlight_embutido_vs_pbr.webp
Descrição: mesma esfera em duas condições. À esquerda, esfera com highlight pintado na textura difusa, iluminada por um lado — parece correta. À direita, a MESMA esfera com a luz vinda do lado oposto — o brilho pintado aparece no lado errado, revelando o erro.
Como produzir: no Blender, criar uma esfera com um material Emission/difuso contendo um highlight pintado no Albedo (feito no Krita). Renderizar com uma luz à direita e depois à esquerda, sem mudar a textura. Compor as duas capturas lado a lado no Krita com rótulos "luz certa / luz errada".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conceito-âncora da semana. Reforçar: o artista descreve propriedades físicas; o cálculo da aparência é do motor. É por isso que o mesmo material funciona numa masmorra escura e num deserto ensolarado sem retrabalho. Amarrar ao Projeto Integrador: o kit precisa ser coerente em qualquer cena.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aprofundar Specular/Glossiness — citar apenas para situar. O importante é a decisão: adotamos Metallic/Roughness porque é o padrão dos motores modernos e o destino do pipeline é a Unity (Semana 16). Menos sujeito a erros físicos.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 de mapa mental. Cada canal é detalhado nos próximos três slides. Escrever no quadro e manter durante toda a aula: "Roughness 0 = espelho | Roughness 1 = fosco". Antecipar que Metallic é binário e Roughness é contínuo.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Analogia fotográfica útil (do plano): "Albedo é o material fotografado num dia nublado — iluminação difusa, sem sombra nem reflexo." Erro comum observado nesta semana: Albedo extremo. Pedra real não reflete 95% da luz. Usar a referência do moodboard para ancorar o valor.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mais frequente observado na circulação. O estudante acha que "deixar no meio" é seguro. Valores intermediários só se justificam em regiões de TRANSIÇÃO (ferrugem sobre metal, metal pintado). Estratégia de correção: mostrar ao vivo Metallic 0, 0.5 e 1 com o mesmo Roughness e perguntar "você já viu esse material na vida real?".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Ao contrário do Metallic, Roughness é genuinamente contínuo. Cuidado com o erro de intuição invertida: quem viu tutoriais antigos pode achar "mais roughness = mais brilho". No Metallic/Roughness é o oposto. Manter no quadro: Roughness 0 = espelho | Roughness 1 = fosco.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diagrama é o núcleo procedimental da semana. Repetir verbalmente no estúdio: "condutor ou dielétrico? qual a microtextura?". Cada material do kit deve passar por essas duas perguntas antes de qualquer valor ser digitado. Reaproveitado sem alteração — a lógica é a mesma independente de haver ou não crítica 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Mostrar as 5 referências visuais preparadas e pedir que a turma ESTIME antes de revelar. O exercício de estimativa é mais importante que os valores finais — constrói intuição da escala 0-1. Deixar claro que os valores variam por subtipo (pedra polida vs. bruta) para evitar memorização mecânica.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 (Encontro 1, 50 min). Etapa 1: reabrir o Hero Asset com o feedback da CF1, reativar Stretch Overlay, aplicar Average Islands Scale/Pack Islands, salvar `[Nome]_HeroAsset_UV_Semana05.blend`. Etapa 2: criar 2-4 materiais no Principled BSDF com valores de referência real, aplicar um deles (valores planos) ao Hero Asset já com UV revisado, salvar `[Nome]_MateriaisPBR_Semana05.blend`. Circular perguntando: "O que a CF1 apontou nesse UV? Mostra onde corrigiu." e "Esse material é condutor ou dielétrico?".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Quatro erros mais frequentes da semana, alinhados ao bloco de dificuldades do plano. Circular no estúdio caçando exatamente estes padrões. Para Roughness uniforme, usar a analogia do tato: "de olhos fechados, você distingue madeira de pedra pelo tato — o Roughness é o tato visual".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PBR deixou de ser opcional na indústria há mais de uma década — hoje é o piso mínimo de qualquer pipeline de material em tempo real. A calibração contra referência real que a mini-aula ensinou hoje é observada informalmente e volta a ser cobrada formalmente na CF2 (Semana 8), já com textura real e dentro do 3D Coat.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retorna na demonstração e no estúdio. Não reler tudo — apontar a conexão com a demo dos materiais no Principled BSDF. Não há crítica formal hoje: as observações de C1, C3 e C4 alimentam o acompanhamento informal até a CF2, na Semana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do Encontro 2 (15 min). Roteiro: (5 min) mostrar exemplos projetados de UV e material bem calibrados; (5 min) nomear o erro mais comum observado (tipicamente Metallic 0.5, Albedo muito claro, Roughness igual); (5 min) pergunta aberta a 2-3 voluntários — "Qual bloco foi mais difícil hoje, o UV ou o PBR? Por quê?" — sem registro 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 (5 min de UV + 15 min de PBR). Layout dividido: Viewport Rendered com HDRI neutra à esquerda, Shader Editor à direita. Sequência: metal (Metallic 1, Rough 0.05) -&gt; plástico (Metallic 0) -&gt; pedra (Rough 0.85) -&gt; madeira. Mostrar Metallic 0/0.5/1 no plástico. Rotacionar a HDRI no fim para provar a consistência. Manter os dois arquivos de demonstração (UV e materiais) abertos durante o estúdio como âncora.
[!FIGURA]
Este arquivo ainda não existe em assets/ — precisa ser produzido antes da aula.
Objetivo didático: dar à turma um alvo visual do resultado esperado e antecipar o layout de tela da demonstração.
Arquivo sugerido: assets/demo_4_materiais_pbr.webp
Descrição: captura do Blender com quatro esferas lado a lado em Viewport Rendered sob HDRI neutra — metal polido (reflexo nítido), plástico vermelho brilhante, pedra bege fosca e madeira marrom. Ao lado, o Shader Editor mostrando um Principled BSDF conectado ao Material Output.
Como produzir: no Blender, montar layout dividido (Viewport Rendered + Shader Editor), criar 4 esferas com os materiais da tabela de referência, adicionar HDRI neutra (ex: studio_small_09 do Poly Haven) no World e capturar a tela com os 4 materiais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Fechamento (10 min). Síntese técnica (2 min): "se a resposta for não, o material vai parecer falso, independentemente de quanto detalhe você pintar por cima." Reflexão de processo (3 min): perguntar a 2-3 voluntários qual material foi mais difícil de calibrar e por quê. Confirmação das entregas (2 min): Hero Asset com UV revisado, materiais PBR de teste (v1 e v2 pós-circulação), Hero Asset com material PBR aplicado, screenshots — recapitular nomenclatura esperada.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material não é pintado</dc:title>
  <dc:subject>PptxGenJS Presentation</dc:subject>
  <dc:creator>Created by Marp</dc:creator>
  <cp:lastModifiedBy>Created by Marp</cp:lastModifiedBy>
  <cp:revision>1</cp:revision>
  <dcterms:created xsi:type="dcterms:W3CDTF">2026-09-11T14:21:12Z</dcterms:created>
  <dcterms:modified xsi:type="dcterms:W3CDTF">2026-09-11T14:21:12Z</dcterms:modified>
</cp:coreProperties>
</file>