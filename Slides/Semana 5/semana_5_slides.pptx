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Marcar a dupla função da semana: fechar a Unidade I (revisão de UV com base no feedback da CF1) e abrir a Unidade II (primeira aproximação a materiais PBR). Não há crítica formal hoje — deixar isso claro logo na abertura para calibrar a expectativa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Recapitular em uma frase, sem reabrir o conteúdo técnico de seams/unwrap da Semana 4 — isso já foi ensinado. Só situar o fluxo e a ausência de nota formal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dois primeiros objetivos fecham a Unidade I (revisão técnica de UV); os três últimos abrem a Unidade II (PBR) e são o foco do restante do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"Vocês já viram tudo isso na Semana 4. Hoje não é aula nova de UV — é a correção do que a crítica formal apontou. Abram o feedback que receberam e localizem, no próprio arquivo, onde está o problema." Revisão rápida, não uma aula nova. Texel density tem slide próprio a seguir — é o ponto que mais gera feedback recorrente na CF1.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Esse é o ponto que mais aparece como feedback recorrente na CF1: um UV pode estar tecnicamente "limpo" (sem esticamento) e ainda ter islands em escalas de densidade muito diferentes entre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Reforçar a ordem das operações — é um erro comum rodar Pack Islands antes e ter que refazer o Average Islands Scale depois. Ferramenta de conferência visual: aplicar um checkerboard de escala uniforme (ex. 10cm x 10cm) e olhar se o tamanho aparente dos quadrados é o mesmo em todas as islands do objeto.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Deixar 2-3 respostas antes de nomear o conceito. Respostas típicas: "não sabe, o artista pinta assim" — é exatamente a ponte para o problema que o PBR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Perguntar: "Antes do PBR, como os artistas faziam um material brilhante parecer brilhante em qualquer luz?" Aguardar 2-3 respostas antes de revelar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Esse é o ponto central da mini aula — reforçar antes de entrar nos dois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Não aprofundar Specular/Glossiness — é só contexto histórico. O que importa é fixar que todo o pipeline da disciplina (até a Unity) usa Metallic/Roughness.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Analogia útil: "Albedo é como você fotografaria o material num dia nublado, com luz difusa e neutra."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Perguntar: "Você já viu um material assim na vida real? Se não, não deve existir no jogo." Identificar esse erro é prioridade na circulação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Escrever no quadro durante toda a aula: "Roughness 0 = espelho | Roughness 1 = fosco" — âncora para quem confunde Roughness com Glossiness (lógica invertida).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Mostrar as 5 referências e pedir que a turma estime os valores antes de revelar. O exercício de estimativa importa mais que os valores exatos — evitar memorização mecânica.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ao C4 (Materiais PBR) da Rubrica Mestre, observado (não formal)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 mini aula amarrando os conceitos antes da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demonstração.
[!FIGURA]
Objetivo didático — Mostrar os quatro materiais de referência (metal polido, plástico brilhante, pedra áspera, madeira) lado a lado no Viewport renderizado, com a mesma HDRI neutra, evidenciando como Metallic e Roughness sozinhos definem a resposta à luz.
Arquivo sugerido — assets/pbr_quatro_materiais.webp
Descrição — Render do Viewport do Blender em modo Rendered, quatro esferas ou cubos lado a lado, cada um com um dos materiais de referência aplicado (metal polido, plástico brilhante, pedra áspera, madeira), sob a mesma HDRI de estúdio neutra.
Como produzir — Capturar no Blender usando o arquivo de demonstração do professor (4 objetos, HDRI neutra tipo studio_small_09), um único enquadramento com os quatro objetos visíveis.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Divisória entre a mini aula e o estúdio. Os slides a seguir ficam projetados durante a produção — servem de consigna e timebox visíveis, apresentados um a um conforme a etapa correspondente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Encontro 1. Circular perguntando: "O que a CF1 apontou como problema nesse UV? Mostra onde você corrigiu." Salvar como [Nome]_HeroAsset_UV_Semana05.blend.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Circular com foco duplo: UV corrigido e plausibilidade física. Identificar quem usa Metallic 0.5 como padrão — corrigir individualmente.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do Encontro 1. Garantir que todos saem com os dois arquivos salvos e nomeados corretamente antes do intervalo.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do Encontro 2. Pergunta aberta para 2-3 voluntários: "Qual bloco foi mais difícil hoje, o UV ou o PBR? Por quê?" Sem registro formal — apenas aquece a reflexão para a CF2.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Perguntar: "Você ajustou o Metallic para 0 depois da circulação. O que mudou visualmente?" Reforçar a ligação entre ajuste técnico e percepção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Para quem terminar rápido: "Pensem em qual outro asset do kit já poderia receber um material de teste hoje, antecipando a Semana 6." Salvar como [Nome]_HeroAsset_PBR_Semana05.blend.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(10 min): "A pergunta que vai guiar todo o resto do semestre é: esse valor corresponde a algo real? Se não, o material vai parecer falso, não importa quanto detalhe você pinte por cima." Ponte: na Semana 6 esses valores de Metallic/Roughness recebem textura real no canal Albedo.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2026-10-10T20:46:53Z</dcterms:created>
  <dcterms:modified xsi:type="dcterms:W3CDTF">2026-10-10T20:46:53Z</dcterms:modified>
</cp:coreProperties>
</file>